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5"/>
  </p:notesMasterIdLst>
  <p:sldIdLst>
    <p:sldId id="256" r:id="rId2"/>
    <p:sldId id="299" r:id="rId3"/>
    <p:sldId id="257" r:id="rId4"/>
    <p:sldId id="300" r:id="rId5"/>
    <p:sldId id="301" r:id="rId6"/>
    <p:sldId id="303" r:id="rId7"/>
    <p:sldId id="302" r:id="rId8"/>
    <p:sldId id="304" r:id="rId9"/>
    <p:sldId id="305" r:id="rId10"/>
    <p:sldId id="306" r:id="rId11"/>
    <p:sldId id="307" r:id="rId12"/>
    <p:sldId id="314" r:id="rId13"/>
    <p:sldId id="315" r:id="rId14"/>
    <p:sldId id="316" r:id="rId15"/>
    <p:sldId id="317" r:id="rId16"/>
    <p:sldId id="308" r:id="rId17"/>
    <p:sldId id="319" r:id="rId18"/>
    <p:sldId id="320" r:id="rId19"/>
    <p:sldId id="321" r:id="rId20"/>
    <p:sldId id="322" r:id="rId21"/>
    <p:sldId id="309" r:id="rId22"/>
    <p:sldId id="323" r:id="rId23"/>
    <p:sldId id="324" r:id="rId24"/>
    <p:sldId id="325" r:id="rId25"/>
    <p:sldId id="326" r:id="rId26"/>
    <p:sldId id="310" r:id="rId27"/>
    <p:sldId id="327" r:id="rId28"/>
    <p:sldId id="328" r:id="rId29"/>
    <p:sldId id="329" r:id="rId30"/>
    <p:sldId id="330" r:id="rId31"/>
    <p:sldId id="311" r:id="rId32"/>
    <p:sldId id="312" r:id="rId33"/>
    <p:sldId id="313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BDCE0"/>
    <a:srgbClr val="E0E1E5"/>
    <a:srgbClr val="9D7BDB"/>
    <a:srgbClr val="262452"/>
    <a:srgbClr val="212048"/>
    <a:srgbClr val="1817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67C5F3-641E-4540-A50E-1DD1FEDB6065}" v="25" dt="2026-06-25T13:33:59.57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67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rmena Stefania" userId="848a3578-c669-42d9-960b-fb42db2e6943" providerId="ADAL" clId="{0EF7214D-E59F-4D86-9B6A-2134479533EA}"/>
    <pc:docChg chg="undo custSel addSld delSld modSld sldOrd modMainMaster">
      <pc:chgData name="Germena Stefania" userId="848a3578-c669-42d9-960b-fb42db2e6943" providerId="ADAL" clId="{0EF7214D-E59F-4D86-9B6A-2134479533EA}" dt="2026-06-25T13:33:59.575" v="2723" actId="20577"/>
      <pc:docMkLst>
        <pc:docMk/>
      </pc:docMkLst>
      <pc:sldChg chg="addSp delSp modSp mod setBg delAnim">
        <pc:chgData name="Germena Stefania" userId="848a3578-c669-42d9-960b-fb42db2e6943" providerId="ADAL" clId="{0EF7214D-E59F-4D86-9B6A-2134479533EA}" dt="2026-06-22T10:38:35.669" v="244" actId="478"/>
        <pc:sldMkLst>
          <pc:docMk/>
          <pc:sldMk cId="143143296" sldId="256"/>
        </pc:sldMkLst>
        <pc:spChg chg="mod ord">
          <ac:chgData name="Germena Stefania" userId="848a3578-c669-42d9-960b-fb42db2e6943" providerId="ADAL" clId="{0EF7214D-E59F-4D86-9B6A-2134479533EA}" dt="2026-06-22T10:22:35.319" v="38"/>
          <ac:spMkLst>
            <pc:docMk/>
            <pc:sldMk cId="143143296" sldId="256"/>
            <ac:spMk id="2" creationId="{A0D6D65D-16A8-A96C-5A52-CC6967B64141}"/>
          </ac:spMkLst>
        </pc:spChg>
        <pc:spChg chg="mod ord">
          <ac:chgData name="Germena Stefania" userId="848a3578-c669-42d9-960b-fb42db2e6943" providerId="ADAL" clId="{0EF7214D-E59F-4D86-9B6A-2134479533EA}" dt="2026-06-22T10:23:29.393" v="48" actId="14100"/>
          <ac:spMkLst>
            <pc:docMk/>
            <pc:sldMk cId="143143296" sldId="256"/>
            <ac:spMk id="3" creationId="{31632E6D-FACC-6359-7BA7-416CAE6BDE7E}"/>
          </ac:spMkLst>
        </pc:spChg>
        <pc:spChg chg="mod ord">
          <ac:chgData name="Germena Stefania" userId="848a3578-c669-42d9-960b-fb42db2e6943" providerId="ADAL" clId="{0EF7214D-E59F-4D86-9B6A-2134479533EA}" dt="2026-06-22T10:23:12.856" v="41" actId="208"/>
          <ac:spMkLst>
            <pc:docMk/>
            <pc:sldMk cId="143143296" sldId="256"/>
            <ac:spMk id="6" creationId="{DDAC23F2-0129-8ACB-4BEE-17246C409233}"/>
          </ac:spMkLst>
        </pc:spChg>
        <pc:picChg chg="add mod modCrop">
          <ac:chgData name="Germena Stefania" userId="848a3578-c669-42d9-960b-fb42db2e6943" providerId="ADAL" clId="{0EF7214D-E59F-4D86-9B6A-2134479533EA}" dt="2026-06-22T10:22:45.855" v="40" actId="732"/>
          <ac:picMkLst>
            <pc:docMk/>
            <pc:sldMk cId="143143296" sldId="256"/>
            <ac:picMk id="9" creationId="{19E955ED-FD84-FB48-F1F1-000228BBB2CE}"/>
          </ac:picMkLst>
        </pc:picChg>
      </pc:sldChg>
      <pc:sldChg chg="addSp delSp modSp mod setBg delAnim modAnim">
        <pc:chgData name="Germena Stefania" userId="848a3578-c669-42d9-960b-fb42db2e6943" providerId="ADAL" clId="{0EF7214D-E59F-4D86-9B6A-2134479533EA}" dt="2026-06-22T10:50:37.900" v="409" actId="207"/>
        <pc:sldMkLst>
          <pc:docMk/>
          <pc:sldMk cId="2257967378" sldId="257"/>
        </pc:sldMkLst>
        <pc:spChg chg="add mod">
          <ac:chgData name="Germena Stefania" userId="848a3578-c669-42d9-960b-fb42db2e6943" providerId="ADAL" clId="{0EF7214D-E59F-4D86-9B6A-2134479533EA}" dt="2026-06-22T10:38:13.827" v="235" actId="20577"/>
          <ac:spMkLst>
            <pc:docMk/>
            <pc:sldMk cId="2257967378" sldId="257"/>
            <ac:spMk id="34" creationId="{8EB92CC4-2F6F-5BE0-F1AA-B3B8206BDC89}"/>
          </ac:spMkLst>
        </pc:spChg>
        <pc:spChg chg="add mod">
          <ac:chgData name="Germena Stefania" userId="848a3578-c669-42d9-960b-fb42db2e6943" providerId="ADAL" clId="{0EF7214D-E59F-4D86-9B6A-2134479533EA}" dt="2026-06-22T10:38:50.246" v="248" actId="1076"/>
          <ac:spMkLst>
            <pc:docMk/>
            <pc:sldMk cId="2257967378" sldId="257"/>
            <ac:spMk id="38" creationId="{58B48740-0378-1DE6-7900-9A2EC0F1BD91}"/>
          </ac:spMkLst>
        </pc:spChg>
        <pc:spChg chg="add mod">
          <ac:chgData name="Germena Stefania" userId="848a3578-c669-42d9-960b-fb42db2e6943" providerId="ADAL" clId="{0EF7214D-E59F-4D86-9B6A-2134479533EA}" dt="2026-06-22T10:50:34.707" v="407" actId="113"/>
          <ac:spMkLst>
            <pc:docMk/>
            <pc:sldMk cId="2257967378" sldId="257"/>
            <ac:spMk id="39" creationId="{477015E1-4B9B-8CE2-543C-0163B1803307}"/>
          </ac:spMkLst>
        </pc:spChg>
        <pc:spChg chg="add mod">
          <ac:chgData name="Germena Stefania" userId="848a3578-c669-42d9-960b-fb42db2e6943" providerId="ADAL" clId="{0EF7214D-E59F-4D86-9B6A-2134479533EA}" dt="2026-06-22T10:50:37.900" v="409" actId="207"/>
          <ac:spMkLst>
            <pc:docMk/>
            <pc:sldMk cId="2257967378" sldId="257"/>
            <ac:spMk id="52" creationId="{2620AC75-3CA6-D2B6-72E2-6F615F44CD9F}"/>
          </ac:spMkLst>
        </pc:spChg>
      </pc:sldChg>
      <pc:sldChg chg="addSp delSp modSp add mod modTransition delAnim modAnim">
        <pc:chgData name="Germena Stefania" userId="848a3578-c669-42d9-960b-fb42db2e6943" providerId="ADAL" clId="{0EF7214D-E59F-4D86-9B6A-2134479533EA}" dt="2026-06-22T10:46:50.079" v="335" actId="207"/>
        <pc:sldMkLst>
          <pc:docMk/>
          <pc:sldMk cId="183901450" sldId="299"/>
        </pc:sldMkLst>
        <pc:spChg chg="add mod">
          <ac:chgData name="Germena Stefania" userId="848a3578-c669-42d9-960b-fb42db2e6943" providerId="ADAL" clId="{0EF7214D-E59F-4D86-9B6A-2134479533EA}" dt="2026-06-22T10:35:30.296" v="157" actId="1076"/>
          <ac:spMkLst>
            <pc:docMk/>
            <pc:sldMk cId="183901450" sldId="299"/>
            <ac:spMk id="6" creationId="{0A656F8F-AD71-2190-7655-876DFDFB6A8B}"/>
          </ac:spMkLst>
        </pc:spChg>
        <pc:spChg chg="mod">
          <ac:chgData name="Germena Stefania" userId="848a3578-c669-42d9-960b-fb42db2e6943" providerId="ADAL" clId="{0EF7214D-E59F-4D86-9B6A-2134479533EA}" dt="2026-06-22T10:35:32.373" v="158" actId="1076"/>
          <ac:spMkLst>
            <pc:docMk/>
            <pc:sldMk cId="183901450" sldId="299"/>
            <ac:spMk id="7" creationId="{08DE260B-B953-CCC5-8CA6-FBB21A0C3F3F}"/>
          </ac:spMkLst>
        </pc:spChg>
        <pc:spChg chg="add mod">
          <ac:chgData name="Germena Stefania" userId="848a3578-c669-42d9-960b-fb42db2e6943" providerId="ADAL" clId="{0EF7214D-E59F-4D86-9B6A-2134479533EA}" dt="2026-06-22T10:35:27.668" v="156" actId="1076"/>
          <ac:spMkLst>
            <pc:docMk/>
            <pc:sldMk cId="183901450" sldId="299"/>
            <ac:spMk id="8" creationId="{4EE6C715-4D69-28D1-F05E-69CB264BF655}"/>
          </ac:spMkLst>
        </pc:spChg>
        <pc:spChg chg="add mod">
          <ac:chgData name="Germena Stefania" userId="848a3578-c669-42d9-960b-fb42db2e6943" providerId="ADAL" clId="{0EF7214D-E59F-4D86-9B6A-2134479533EA}" dt="2026-06-22T10:46:50.079" v="335" actId="207"/>
          <ac:spMkLst>
            <pc:docMk/>
            <pc:sldMk cId="183901450" sldId="299"/>
            <ac:spMk id="13" creationId="{893AE329-202D-DE0A-CFB8-CA0B76E22839}"/>
          </ac:spMkLst>
        </pc:spChg>
        <pc:spChg chg="add mod">
          <ac:chgData name="Germena Stefania" userId="848a3578-c669-42d9-960b-fb42db2e6943" providerId="ADAL" clId="{0EF7214D-E59F-4D86-9B6A-2134479533EA}" dt="2026-06-22T10:38:55.730" v="250" actId="1076"/>
          <ac:spMkLst>
            <pc:docMk/>
            <pc:sldMk cId="183901450" sldId="299"/>
            <ac:spMk id="15" creationId="{F8C00607-103F-DC7B-853F-EFDA0315E0F2}"/>
          </ac:spMkLst>
        </pc:spChg>
        <pc:spChg chg="mod">
          <ac:chgData name="Germena Stefania" userId="848a3578-c669-42d9-960b-fb42db2e6943" providerId="ADAL" clId="{0EF7214D-E59F-4D86-9B6A-2134479533EA}" dt="2026-06-22T10:38:17.354" v="236" actId="20577"/>
          <ac:spMkLst>
            <pc:docMk/>
            <pc:sldMk cId="183901450" sldId="299"/>
            <ac:spMk id="23" creationId="{034484A1-5C74-259A-EC2D-6C425AD0F2CC}"/>
          </ac:spMkLst>
        </pc:spChg>
      </pc:sldChg>
      <pc:sldChg chg="modSp add mod">
        <pc:chgData name="Germena Stefania" userId="848a3578-c669-42d9-960b-fb42db2e6943" providerId="ADAL" clId="{0EF7214D-E59F-4D86-9B6A-2134479533EA}" dt="2026-06-22T10:56:33.011" v="495" actId="207"/>
        <pc:sldMkLst>
          <pc:docMk/>
          <pc:sldMk cId="436048907" sldId="300"/>
        </pc:sldMkLst>
        <pc:spChg chg="mod">
          <ac:chgData name="Germena Stefania" userId="848a3578-c669-42d9-960b-fb42db2e6943" providerId="ADAL" clId="{0EF7214D-E59F-4D86-9B6A-2134479533EA}" dt="2026-06-22T10:54:29.315" v="450" actId="207"/>
          <ac:spMkLst>
            <pc:docMk/>
            <pc:sldMk cId="436048907" sldId="300"/>
            <ac:spMk id="39" creationId="{9763C528-3676-0B6E-6955-3107453679E5}"/>
          </ac:spMkLst>
        </pc:spChg>
        <pc:spChg chg="mod">
          <ac:chgData name="Germena Stefania" userId="848a3578-c669-42d9-960b-fb42db2e6943" providerId="ADAL" clId="{0EF7214D-E59F-4D86-9B6A-2134479533EA}" dt="2026-06-22T10:56:33.011" v="495" actId="207"/>
          <ac:spMkLst>
            <pc:docMk/>
            <pc:sldMk cId="436048907" sldId="300"/>
            <ac:spMk id="52" creationId="{1464C636-8851-1268-C5BD-86775F2F8510}"/>
          </ac:spMkLst>
        </pc:spChg>
      </pc:sldChg>
      <pc:sldChg chg="addSp delSp modSp add mod delAnim">
        <pc:chgData name="Germena Stefania" userId="848a3578-c669-42d9-960b-fb42db2e6943" providerId="ADAL" clId="{0EF7214D-E59F-4D86-9B6A-2134479533EA}" dt="2026-06-22T13:16:09.465" v="633" actId="1076"/>
        <pc:sldMkLst>
          <pc:docMk/>
          <pc:sldMk cId="1568655157" sldId="301"/>
        </pc:sldMkLst>
        <pc:spChg chg="add mod">
          <ac:chgData name="Germena Stefania" userId="848a3578-c669-42d9-960b-fb42db2e6943" providerId="ADAL" clId="{0EF7214D-E59F-4D86-9B6A-2134479533EA}" dt="2026-06-22T13:16:09.465" v="633" actId="1076"/>
          <ac:spMkLst>
            <pc:docMk/>
            <pc:sldMk cId="1568655157" sldId="301"/>
            <ac:spMk id="5" creationId="{C64892C1-9BB6-211E-4504-94581360B004}"/>
          </ac:spMkLst>
        </pc:spChg>
        <pc:spChg chg="mod">
          <ac:chgData name="Germena Stefania" userId="848a3578-c669-42d9-960b-fb42db2e6943" providerId="ADAL" clId="{0EF7214D-E59F-4D86-9B6A-2134479533EA}" dt="2026-06-22T13:09:49.151" v="580" actId="313"/>
          <ac:spMkLst>
            <pc:docMk/>
            <pc:sldMk cId="1568655157" sldId="301"/>
            <ac:spMk id="39" creationId="{BA1F7222-2297-499E-D1DF-3D8806BA5181}"/>
          </ac:spMkLst>
        </pc:spChg>
        <pc:picChg chg="add mod">
          <ac:chgData name="Germena Stefania" userId="848a3578-c669-42d9-960b-fb42db2e6943" providerId="ADAL" clId="{0EF7214D-E59F-4D86-9B6A-2134479533EA}" dt="2026-06-22T13:15:50.338" v="630" actId="1076"/>
          <ac:picMkLst>
            <pc:docMk/>
            <pc:sldMk cId="1568655157" sldId="301"/>
            <ac:picMk id="3" creationId="{5B2CA8A9-95CC-8A8B-6D60-3CCC36C15E66}"/>
          </ac:picMkLst>
        </pc:picChg>
      </pc:sldChg>
      <pc:sldChg chg="addSp delSp modSp add mod modAnim">
        <pc:chgData name="Germena Stefania" userId="848a3578-c669-42d9-960b-fb42db2e6943" providerId="ADAL" clId="{0EF7214D-E59F-4D86-9B6A-2134479533EA}" dt="2026-06-22T15:21:04.679" v="1285" actId="1076"/>
        <pc:sldMkLst>
          <pc:docMk/>
          <pc:sldMk cId="1601781384" sldId="302"/>
        </pc:sldMkLst>
        <pc:spChg chg="add mod">
          <ac:chgData name="Germena Stefania" userId="848a3578-c669-42d9-960b-fb42db2e6943" providerId="ADAL" clId="{0EF7214D-E59F-4D86-9B6A-2134479533EA}" dt="2026-06-22T15:11:06.591" v="874" actId="207"/>
          <ac:spMkLst>
            <pc:docMk/>
            <pc:sldMk cId="1601781384" sldId="302"/>
            <ac:spMk id="4" creationId="{55D1098F-78D9-6E4D-7086-6B9145AF0410}"/>
          </ac:spMkLst>
        </pc:spChg>
        <pc:spChg chg="add mod">
          <ac:chgData name="Germena Stefania" userId="848a3578-c669-42d9-960b-fb42db2e6943" providerId="ADAL" clId="{0EF7214D-E59F-4D86-9B6A-2134479533EA}" dt="2026-06-22T15:12:46.816" v="1056" actId="207"/>
          <ac:spMkLst>
            <pc:docMk/>
            <pc:sldMk cId="1601781384" sldId="302"/>
            <ac:spMk id="5" creationId="{114C6162-E6FE-ADAC-2A97-62A6C3167179}"/>
          </ac:spMkLst>
        </pc:spChg>
        <pc:spChg chg="add mod">
          <ac:chgData name="Germena Stefania" userId="848a3578-c669-42d9-960b-fb42db2e6943" providerId="ADAL" clId="{0EF7214D-E59F-4D86-9B6A-2134479533EA}" dt="2026-06-22T15:13:29.238" v="1068" actId="1076"/>
          <ac:spMkLst>
            <pc:docMk/>
            <pc:sldMk cId="1601781384" sldId="302"/>
            <ac:spMk id="9" creationId="{03DB38A5-3701-C49C-EA59-4D31650A913D}"/>
          </ac:spMkLst>
        </pc:spChg>
        <pc:spChg chg="add mod">
          <ac:chgData name="Germena Stefania" userId="848a3578-c669-42d9-960b-fb42db2e6943" providerId="ADAL" clId="{0EF7214D-E59F-4D86-9B6A-2134479533EA}" dt="2026-06-22T15:21:04.679" v="1285" actId="1076"/>
          <ac:spMkLst>
            <pc:docMk/>
            <pc:sldMk cId="1601781384" sldId="302"/>
            <ac:spMk id="11" creationId="{AAC7E06F-BDF5-56E0-9DA9-E66E6BA05DA4}"/>
          </ac:spMkLst>
        </pc:spChg>
        <pc:spChg chg="mod">
          <ac:chgData name="Germena Stefania" userId="848a3578-c669-42d9-960b-fb42db2e6943" providerId="ADAL" clId="{0EF7214D-E59F-4D86-9B6A-2134479533EA}" dt="2026-06-22T15:01:58.028" v="646" actId="1076"/>
          <ac:spMkLst>
            <pc:docMk/>
            <pc:sldMk cId="1601781384" sldId="302"/>
            <ac:spMk id="34" creationId="{FC38CD62-5C0D-235C-0965-4B9CCDC85FA0}"/>
          </ac:spMkLst>
        </pc:spChg>
        <pc:spChg chg="mod">
          <ac:chgData name="Germena Stefania" userId="848a3578-c669-42d9-960b-fb42db2e6943" providerId="ADAL" clId="{0EF7214D-E59F-4D86-9B6A-2134479533EA}" dt="2026-06-22T15:10:46.136" v="870" actId="207"/>
          <ac:spMkLst>
            <pc:docMk/>
            <pc:sldMk cId="1601781384" sldId="302"/>
            <ac:spMk id="39" creationId="{677515F5-B3A5-7643-6214-FF310F5D1F12}"/>
          </ac:spMkLst>
        </pc:spChg>
        <pc:picChg chg="add mod">
          <ac:chgData name="Germena Stefania" userId="848a3578-c669-42d9-960b-fb42db2e6943" providerId="ADAL" clId="{0EF7214D-E59F-4D86-9B6A-2134479533EA}" dt="2026-06-22T15:13:04.864" v="1061" actId="1076"/>
          <ac:picMkLst>
            <pc:docMk/>
            <pc:sldMk cId="1601781384" sldId="302"/>
            <ac:picMk id="7" creationId="{02079D6A-1B19-7A4D-F731-8D4D091549AB}"/>
          </ac:picMkLst>
        </pc:picChg>
      </pc:sldChg>
      <pc:sldChg chg="addSp delSp modSp new mod modTransition">
        <pc:chgData name="Germena Stefania" userId="848a3578-c669-42d9-960b-fb42db2e6943" providerId="ADAL" clId="{0EF7214D-E59F-4D86-9B6A-2134479533EA}" dt="2026-06-22T15:13:15.293" v="1063" actId="1076"/>
        <pc:sldMkLst>
          <pc:docMk/>
          <pc:sldMk cId="3608010679" sldId="303"/>
        </pc:sldMkLst>
        <pc:spChg chg="add mod">
          <ac:chgData name="Germena Stefania" userId="848a3578-c669-42d9-960b-fb42db2e6943" providerId="ADAL" clId="{0EF7214D-E59F-4D86-9B6A-2134479533EA}" dt="2026-06-22T13:15:26.509" v="621" actId="1076"/>
          <ac:spMkLst>
            <pc:docMk/>
            <pc:sldMk cId="3608010679" sldId="303"/>
            <ac:spMk id="5" creationId="{7815648B-8ABC-FC37-F734-EA857AD179E1}"/>
          </ac:spMkLst>
        </pc:spChg>
        <pc:spChg chg="add mod">
          <ac:chgData name="Germena Stefania" userId="848a3578-c669-42d9-960b-fb42db2e6943" providerId="ADAL" clId="{0EF7214D-E59F-4D86-9B6A-2134479533EA}" dt="2026-06-22T15:13:15.293" v="1063" actId="1076"/>
          <ac:spMkLst>
            <pc:docMk/>
            <pc:sldMk cId="3608010679" sldId="303"/>
            <ac:spMk id="11" creationId="{36A39FDE-C5B0-01D3-1468-C33D28976835}"/>
          </ac:spMkLst>
        </pc:spChg>
        <pc:picChg chg="add mod">
          <ac:chgData name="Germena Stefania" userId="848a3578-c669-42d9-960b-fb42db2e6943" providerId="ADAL" clId="{0EF7214D-E59F-4D86-9B6A-2134479533EA}" dt="2026-06-22T13:15:34.509" v="626" actId="1076"/>
          <ac:picMkLst>
            <pc:docMk/>
            <pc:sldMk cId="3608010679" sldId="303"/>
            <ac:picMk id="9" creationId="{83F2A3A5-904A-B3E7-A734-D893ACB32A5F}"/>
          </ac:picMkLst>
        </pc:picChg>
      </pc:sldChg>
      <pc:sldChg chg="addSp delSp modSp add mod delAnim modAnim">
        <pc:chgData name="Germena Stefania" userId="848a3578-c669-42d9-960b-fb42db2e6943" providerId="ADAL" clId="{0EF7214D-E59F-4D86-9B6A-2134479533EA}" dt="2026-06-22T15:21:54.922" v="1308"/>
        <pc:sldMkLst>
          <pc:docMk/>
          <pc:sldMk cId="1594505962" sldId="304"/>
        </pc:sldMkLst>
        <pc:spChg chg="add mod">
          <ac:chgData name="Germena Stefania" userId="848a3578-c669-42d9-960b-fb42db2e6943" providerId="ADAL" clId="{0EF7214D-E59F-4D86-9B6A-2134479533EA}" dt="2026-06-22T15:20:55.824" v="1283" actId="207"/>
          <ac:spMkLst>
            <pc:docMk/>
            <pc:sldMk cId="1594505962" sldId="304"/>
            <ac:spMk id="3" creationId="{FA0AD60A-EFBB-AA9C-F416-8EA85BB8D2D3}"/>
          </ac:spMkLst>
        </pc:spChg>
        <pc:spChg chg="mod">
          <ac:chgData name="Germena Stefania" userId="848a3578-c669-42d9-960b-fb42db2e6943" providerId="ADAL" clId="{0EF7214D-E59F-4D86-9B6A-2134479533EA}" dt="2026-06-22T15:20:44.644" v="1278" actId="1076"/>
          <ac:spMkLst>
            <pc:docMk/>
            <pc:sldMk cId="1594505962" sldId="304"/>
            <ac:spMk id="4" creationId="{7A55E483-213F-C1AE-9F49-005A8CE68377}"/>
          </ac:spMkLst>
        </pc:spChg>
        <pc:spChg chg="add mod">
          <ac:chgData name="Germena Stefania" userId="848a3578-c669-42d9-960b-fb42db2e6943" providerId="ADAL" clId="{0EF7214D-E59F-4D86-9B6A-2134479533EA}" dt="2026-06-22T15:21:10.154" v="1287" actId="1076"/>
          <ac:spMkLst>
            <pc:docMk/>
            <pc:sldMk cId="1594505962" sldId="304"/>
            <ac:spMk id="7" creationId="{3242C4A7-21F6-E679-A521-3ED90E4EDD9F}"/>
          </ac:spMkLst>
        </pc:spChg>
        <pc:spChg chg="add mod">
          <ac:chgData name="Germena Stefania" userId="848a3578-c669-42d9-960b-fb42db2e6943" providerId="ADAL" clId="{0EF7214D-E59F-4D86-9B6A-2134479533EA}" dt="2026-06-22T15:21:46.977" v="1307" actId="1076"/>
          <ac:spMkLst>
            <pc:docMk/>
            <pc:sldMk cId="1594505962" sldId="304"/>
            <ac:spMk id="9" creationId="{A1000198-3F45-8949-22AE-87941B883316}"/>
          </ac:spMkLst>
        </pc:spChg>
        <pc:spChg chg="mod">
          <ac:chgData name="Germena Stefania" userId="848a3578-c669-42d9-960b-fb42db2e6943" providerId="ADAL" clId="{0EF7214D-E59F-4D86-9B6A-2134479533EA}" dt="2026-06-22T15:13:52.920" v="1085" actId="14100"/>
          <ac:spMkLst>
            <pc:docMk/>
            <pc:sldMk cId="1594505962" sldId="304"/>
            <ac:spMk id="34" creationId="{B01DA5BA-9D24-8773-D24F-4C3E12893510}"/>
          </ac:spMkLst>
        </pc:spChg>
        <pc:spChg chg="mod">
          <ac:chgData name="Germena Stefania" userId="848a3578-c669-42d9-960b-fb42db2e6943" providerId="ADAL" clId="{0EF7214D-E59F-4D86-9B6A-2134479533EA}" dt="2026-06-22T15:20:47.808" v="1279" actId="1076"/>
          <ac:spMkLst>
            <pc:docMk/>
            <pc:sldMk cId="1594505962" sldId="304"/>
            <ac:spMk id="39" creationId="{13F3E743-6DCE-92F7-E957-21AAF30DDC4D}"/>
          </ac:spMkLst>
        </pc:spChg>
      </pc:sldChg>
      <pc:sldChg chg="addSp delSp modSp add mod delAnim modAnim">
        <pc:chgData name="Germena Stefania" userId="848a3578-c669-42d9-960b-fb42db2e6943" providerId="ADAL" clId="{0EF7214D-E59F-4D86-9B6A-2134479533EA}" dt="2026-06-22T15:47:51.636" v="1482" actId="1076"/>
        <pc:sldMkLst>
          <pc:docMk/>
          <pc:sldMk cId="2903417394" sldId="305"/>
        </pc:sldMkLst>
        <pc:spChg chg="add mod">
          <ac:chgData name="Germena Stefania" userId="848a3578-c669-42d9-960b-fb42db2e6943" providerId="ADAL" clId="{0EF7214D-E59F-4D86-9B6A-2134479533EA}" dt="2026-06-22T15:21:41.523" v="1305" actId="1076"/>
          <ac:spMkLst>
            <pc:docMk/>
            <pc:sldMk cId="2903417394" sldId="305"/>
            <ac:spMk id="5" creationId="{59918D9D-61DB-B26A-CB8F-CB822782194B}"/>
          </ac:spMkLst>
        </pc:spChg>
        <pc:spChg chg="add mod">
          <ac:chgData name="Germena Stefania" userId="848a3578-c669-42d9-960b-fb42db2e6943" providerId="ADAL" clId="{0EF7214D-E59F-4D86-9B6A-2134479533EA}" dt="2026-06-22T15:42:31.532" v="1386" actId="207"/>
          <ac:spMkLst>
            <pc:docMk/>
            <pc:sldMk cId="2903417394" sldId="305"/>
            <ac:spMk id="8" creationId="{0830EDFB-C5F6-32F9-BFCA-A492E9755E74}"/>
          </ac:spMkLst>
        </pc:spChg>
        <pc:spChg chg="add mod">
          <ac:chgData name="Germena Stefania" userId="848a3578-c669-42d9-960b-fb42db2e6943" providerId="ADAL" clId="{0EF7214D-E59F-4D86-9B6A-2134479533EA}" dt="2026-06-22T15:43:08.334" v="1392" actId="207"/>
          <ac:spMkLst>
            <pc:docMk/>
            <pc:sldMk cId="2903417394" sldId="305"/>
            <ac:spMk id="9" creationId="{52E692BB-B56D-8F89-FC5E-509F101C3327}"/>
          </ac:spMkLst>
        </pc:spChg>
        <pc:spChg chg="mod">
          <ac:chgData name="Germena Stefania" userId="848a3578-c669-42d9-960b-fb42db2e6943" providerId="ADAL" clId="{0EF7214D-E59F-4D86-9B6A-2134479533EA}" dt="2026-06-22T15:21:31.266" v="1302" actId="14100"/>
          <ac:spMkLst>
            <pc:docMk/>
            <pc:sldMk cId="2903417394" sldId="305"/>
            <ac:spMk id="34" creationId="{AA555CF6-2F02-F946-0D8F-28CDF8C4D778}"/>
          </ac:spMkLst>
        </pc:spChg>
        <pc:spChg chg="mod">
          <ac:chgData name="Germena Stefania" userId="848a3578-c669-42d9-960b-fb42db2e6943" providerId="ADAL" clId="{0EF7214D-E59F-4D86-9B6A-2134479533EA}" dt="2026-06-22T15:44:16.164" v="1426" actId="20577"/>
          <ac:spMkLst>
            <pc:docMk/>
            <pc:sldMk cId="2903417394" sldId="305"/>
            <ac:spMk id="39" creationId="{6558B374-5C6B-5075-570B-F49F9FF38EBC}"/>
          </ac:spMkLst>
        </pc:spChg>
        <pc:picChg chg="add mod">
          <ac:chgData name="Germena Stefania" userId="848a3578-c669-42d9-960b-fb42db2e6943" providerId="ADAL" clId="{0EF7214D-E59F-4D86-9B6A-2134479533EA}" dt="2026-06-22T15:47:38.879" v="1474" actId="1076"/>
          <ac:picMkLst>
            <pc:docMk/>
            <pc:sldMk cId="2903417394" sldId="305"/>
            <ac:picMk id="11" creationId="{7E0BEAEF-034F-B2EF-EAA1-A772EA06E4E8}"/>
          </ac:picMkLst>
        </pc:picChg>
        <pc:picChg chg="add mod">
          <ac:chgData name="Germena Stefania" userId="848a3578-c669-42d9-960b-fb42db2e6943" providerId="ADAL" clId="{0EF7214D-E59F-4D86-9B6A-2134479533EA}" dt="2026-06-22T15:47:51.636" v="1482" actId="1076"/>
          <ac:picMkLst>
            <pc:docMk/>
            <pc:sldMk cId="2903417394" sldId="305"/>
            <ac:picMk id="13" creationId="{4AE17730-32BA-7071-9797-ACFAF40408D3}"/>
          </ac:picMkLst>
        </pc:picChg>
      </pc:sldChg>
      <pc:sldChg chg="addSp delSp modSp add mod ord delAnim">
        <pc:chgData name="Germena Stefania" userId="848a3578-c669-42d9-960b-fb42db2e6943" providerId="ADAL" clId="{0EF7214D-E59F-4D86-9B6A-2134479533EA}" dt="2026-06-23T11:57:28.213" v="2194" actId="20578"/>
        <pc:sldMkLst>
          <pc:docMk/>
          <pc:sldMk cId="3562935133" sldId="306"/>
        </pc:sldMkLst>
        <pc:spChg chg="add mod">
          <ac:chgData name="Germena Stefania" userId="848a3578-c669-42d9-960b-fb42db2e6943" providerId="ADAL" clId="{0EF7214D-E59F-4D86-9B6A-2134479533EA}" dt="2026-06-22T15:44:00.751" v="1400" actId="571"/>
          <ac:spMkLst>
            <pc:docMk/>
            <pc:sldMk cId="3562935133" sldId="306"/>
            <ac:spMk id="2" creationId="{8FCAF326-4CDB-04BC-7898-C60883707016}"/>
          </ac:spMkLst>
        </pc:spChg>
        <pc:spChg chg="add mod">
          <ac:chgData name="Germena Stefania" userId="848a3578-c669-42d9-960b-fb42db2e6943" providerId="ADAL" clId="{0EF7214D-E59F-4D86-9B6A-2134479533EA}" dt="2026-06-22T15:47:25.614" v="1470" actId="1076"/>
          <ac:spMkLst>
            <pc:docMk/>
            <pc:sldMk cId="3562935133" sldId="306"/>
            <ac:spMk id="3" creationId="{87768B83-693F-8A9A-9D9D-1F8E1A432DD0}"/>
          </ac:spMkLst>
        </pc:spChg>
        <pc:picChg chg="add mod modCrop">
          <ac:chgData name="Germena Stefania" userId="848a3578-c669-42d9-960b-fb42db2e6943" providerId="ADAL" clId="{0EF7214D-E59F-4D86-9B6A-2134479533EA}" dt="2026-06-22T15:47:17.400" v="1468" actId="1076"/>
          <ac:picMkLst>
            <pc:docMk/>
            <pc:sldMk cId="3562935133" sldId="306"/>
            <ac:picMk id="6" creationId="{9D9DB6E7-8417-D861-F3DE-E86B7F9F48C8}"/>
          </ac:picMkLst>
        </pc:picChg>
        <pc:picChg chg="add mod modCrop">
          <ac:chgData name="Germena Stefania" userId="848a3578-c669-42d9-960b-fb42db2e6943" providerId="ADAL" clId="{0EF7214D-E59F-4D86-9B6A-2134479533EA}" dt="2026-06-22T15:47:06.737" v="1465" actId="732"/>
          <ac:picMkLst>
            <pc:docMk/>
            <pc:sldMk cId="3562935133" sldId="306"/>
            <ac:picMk id="10" creationId="{211B1083-D933-5137-BBBD-2CBA0C76D089}"/>
          </ac:picMkLst>
        </pc:picChg>
      </pc:sldChg>
      <pc:sldChg chg="addSp delSp modSp add mod modAnim">
        <pc:chgData name="Germena Stefania" userId="848a3578-c669-42d9-960b-fb42db2e6943" providerId="ADAL" clId="{0EF7214D-E59F-4D86-9B6A-2134479533EA}" dt="2026-06-22T16:25:06.766" v="1771" actId="1076"/>
        <pc:sldMkLst>
          <pc:docMk/>
          <pc:sldMk cId="2085743595" sldId="307"/>
        </pc:sldMkLst>
        <pc:spChg chg="mod">
          <ac:chgData name="Germena Stefania" userId="848a3578-c669-42d9-960b-fb42db2e6943" providerId="ADAL" clId="{0EF7214D-E59F-4D86-9B6A-2134479533EA}" dt="2026-06-22T15:48:20.892" v="1491" actId="1076"/>
          <ac:spMkLst>
            <pc:docMk/>
            <pc:sldMk cId="2085743595" sldId="307"/>
            <ac:spMk id="3" creationId="{A32BD1C9-964A-C596-E707-FADAC2397DC5}"/>
          </ac:spMkLst>
        </pc:spChg>
        <pc:spChg chg="add mod">
          <ac:chgData name="Germena Stefania" userId="848a3578-c669-42d9-960b-fb42db2e6943" providerId="ADAL" clId="{0EF7214D-E59F-4D86-9B6A-2134479533EA}" dt="2026-06-22T15:56:53.257" v="1577" actId="1076"/>
          <ac:spMkLst>
            <pc:docMk/>
            <pc:sldMk cId="2085743595" sldId="307"/>
            <ac:spMk id="7" creationId="{2B3A12CC-9E55-7B4C-2EC8-4ED518F27C3C}"/>
          </ac:spMkLst>
        </pc:spChg>
        <pc:spChg chg="add mod">
          <ac:chgData name="Germena Stefania" userId="848a3578-c669-42d9-960b-fb42db2e6943" providerId="ADAL" clId="{0EF7214D-E59F-4D86-9B6A-2134479533EA}" dt="2026-06-22T16:24:56.305" v="1770" actId="207"/>
          <ac:spMkLst>
            <pc:docMk/>
            <pc:sldMk cId="2085743595" sldId="307"/>
            <ac:spMk id="8" creationId="{F71D14F5-090F-2C2D-2B59-59631B18EA93}"/>
          </ac:spMkLst>
        </pc:spChg>
        <pc:spChg chg="add mod">
          <ac:chgData name="Germena Stefania" userId="848a3578-c669-42d9-960b-fb42db2e6943" providerId="ADAL" clId="{0EF7214D-E59F-4D86-9B6A-2134479533EA}" dt="2026-06-22T16:25:06.766" v="1771" actId="1076"/>
          <ac:spMkLst>
            <pc:docMk/>
            <pc:sldMk cId="2085743595" sldId="307"/>
            <ac:spMk id="11" creationId="{0FB4FB80-98A0-B5E0-6192-5385B3736EB5}"/>
          </ac:spMkLst>
        </pc:spChg>
        <pc:picChg chg="mod">
          <ac:chgData name="Germena Stefania" userId="848a3578-c669-42d9-960b-fb42db2e6943" providerId="ADAL" clId="{0EF7214D-E59F-4D86-9B6A-2134479533EA}" dt="2026-06-22T15:48:13.647" v="1489" actId="1076"/>
          <ac:picMkLst>
            <pc:docMk/>
            <pc:sldMk cId="2085743595" sldId="307"/>
            <ac:picMk id="6" creationId="{C50B6FD3-4460-B31B-5DF3-C875DF2997CE}"/>
          </ac:picMkLst>
        </pc:picChg>
        <pc:picChg chg="mod">
          <ac:chgData name="Germena Stefania" userId="848a3578-c669-42d9-960b-fb42db2e6943" providerId="ADAL" clId="{0EF7214D-E59F-4D86-9B6A-2134479533EA}" dt="2026-06-22T15:48:28.160" v="1492" actId="1076"/>
          <ac:picMkLst>
            <pc:docMk/>
            <pc:sldMk cId="2085743595" sldId="307"/>
            <ac:picMk id="10" creationId="{575F6900-11F3-8C8F-7BE7-D36AB24ED6A5}"/>
          </ac:picMkLst>
        </pc:picChg>
      </pc:sldChg>
      <pc:sldChg chg="addSp delSp modSp add mod delAnim modAnim">
        <pc:chgData name="Germena Stefania" userId="848a3578-c669-42d9-960b-fb42db2e6943" providerId="ADAL" clId="{0EF7214D-E59F-4D86-9B6A-2134479533EA}" dt="2026-06-22T16:34:13.246" v="1804" actId="207"/>
        <pc:sldMkLst>
          <pc:docMk/>
          <pc:sldMk cId="633757909" sldId="308"/>
        </pc:sldMkLst>
        <pc:spChg chg="add mod">
          <ac:chgData name="Germena Stefania" userId="848a3578-c669-42d9-960b-fb42db2e6943" providerId="ADAL" clId="{0EF7214D-E59F-4D86-9B6A-2134479533EA}" dt="2026-06-22T16:32:34.073" v="1802" actId="207"/>
          <ac:spMkLst>
            <pc:docMk/>
            <pc:sldMk cId="633757909" sldId="308"/>
            <ac:spMk id="2" creationId="{91A79927-895A-6D67-F7CE-78331E199BF6}"/>
          </ac:spMkLst>
        </pc:spChg>
        <pc:spChg chg="mod">
          <ac:chgData name="Germena Stefania" userId="848a3578-c669-42d9-960b-fb42db2e6943" providerId="ADAL" clId="{0EF7214D-E59F-4D86-9B6A-2134479533EA}" dt="2026-06-22T16:00:01.044" v="1598" actId="14100"/>
          <ac:spMkLst>
            <pc:docMk/>
            <pc:sldMk cId="633757909" sldId="308"/>
            <ac:spMk id="3" creationId="{904EA3C3-7133-5D71-DE43-6442BF15B365}"/>
          </ac:spMkLst>
        </pc:spChg>
        <pc:spChg chg="add mod">
          <ac:chgData name="Germena Stefania" userId="848a3578-c669-42d9-960b-fb42db2e6943" providerId="ADAL" clId="{0EF7214D-E59F-4D86-9B6A-2134479533EA}" dt="2026-06-22T16:34:13.246" v="1804" actId="207"/>
          <ac:spMkLst>
            <pc:docMk/>
            <pc:sldMk cId="633757909" sldId="308"/>
            <ac:spMk id="4" creationId="{056657CB-151B-1A63-4B0A-2A1B339F3ADA}"/>
          </ac:spMkLst>
        </pc:spChg>
        <pc:spChg chg="mod">
          <ac:chgData name="Germena Stefania" userId="848a3578-c669-42d9-960b-fb42db2e6943" providerId="ADAL" clId="{0EF7214D-E59F-4D86-9B6A-2134479533EA}" dt="2026-06-22T16:32:21.412" v="1797" actId="207"/>
          <ac:spMkLst>
            <pc:docMk/>
            <pc:sldMk cId="633757909" sldId="308"/>
            <ac:spMk id="7" creationId="{A84089A6-6267-4F73-6EB9-6AE51D939628}"/>
          </ac:spMkLst>
        </pc:spChg>
      </pc:sldChg>
      <pc:sldChg chg="addSp delSp modSp add mod delAnim modAnim">
        <pc:chgData name="Germena Stefania" userId="848a3578-c669-42d9-960b-fb42db2e6943" providerId="ADAL" clId="{0EF7214D-E59F-4D86-9B6A-2134479533EA}" dt="2026-06-22T16:43:32.359" v="1855" actId="207"/>
        <pc:sldMkLst>
          <pc:docMk/>
          <pc:sldMk cId="358904020" sldId="309"/>
        </pc:sldMkLst>
        <pc:spChg chg="mod">
          <ac:chgData name="Germena Stefania" userId="848a3578-c669-42d9-960b-fb42db2e6943" providerId="ADAL" clId="{0EF7214D-E59F-4D86-9B6A-2134479533EA}" dt="2026-06-22T16:39:58.999" v="1818" actId="20577"/>
          <ac:spMkLst>
            <pc:docMk/>
            <pc:sldMk cId="358904020" sldId="309"/>
            <ac:spMk id="3" creationId="{2FA0BCF3-87E4-B9D6-CAE6-CBF8C364FBFD}"/>
          </ac:spMkLst>
        </pc:spChg>
        <pc:spChg chg="add mod">
          <ac:chgData name="Germena Stefania" userId="848a3578-c669-42d9-960b-fb42db2e6943" providerId="ADAL" clId="{0EF7214D-E59F-4D86-9B6A-2134479533EA}" dt="2026-06-22T16:41:16.595" v="1850" actId="207"/>
          <ac:spMkLst>
            <pc:docMk/>
            <pc:sldMk cId="358904020" sldId="309"/>
            <ac:spMk id="5" creationId="{ABA24E13-EF03-B83D-2E05-B61F6B30EC3E}"/>
          </ac:spMkLst>
        </pc:spChg>
        <pc:spChg chg="mod">
          <ac:chgData name="Germena Stefania" userId="848a3578-c669-42d9-960b-fb42db2e6943" providerId="ADAL" clId="{0EF7214D-E59F-4D86-9B6A-2134479533EA}" dt="2026-06-22T16:43:32.359" v="1855" actId="207"/>
          <ac:spMkLst>
            <pc:docMk/>
            <pc:sldMk cId="358904020" sldId="309"/>
            <ac:spMk id="7" creationId="{0AD4C42B-A0D8-600B-A8F0-2C1A13047B17}"/>
          </ac:spMkLst>
        </pc:spChg>
      </pc:sldChg>
      <pc:sldChg chg="addSp delSp modSp add mod delAnim modAnim">
        <pc:chgData name="Germena Stefania" userId="848a3578-c669-42d9-960b-fb42db2e6943" providerId="ADAL" clId="{0EF7214D-E59F-4D86-9B6A-2134479533EA}" dt="2026-06-23T07:36:57.522" v="2096" actId="20577"/>
        <pc:sldMkLst>
          <pc:docMk/>
          <pc:sldMk cId="1903898355" sldId="310"/>
        </pc:sldMkLst>
        <pc:spChg chg="add mod">
          <ac:chgData name="Germena Stefania" userId="848a3578-c669-42d9-960b-fb42db2e6943" providerId="ADAL" clId="{0EF7214D-E59F-4D86-9B6A-2134479533EA}" dt="2026-06-22T16:58:48.446" v="1899" actId="5793"/>
          <ac:spMkLst>
            <pc:docMk/>
            <pc:sldMk cId="1903898355" sldId="310"/>
            <ac:spMk id="2" creationId="{972CCC3F-8A31-54F1-052C-C182128AAB40}"/>
          </ac:spMkLst>
        </pc:spChg>
        <pc:spChg chg="mod">
          <ac:chgData name="Germena Stefania" userId="848a3578-c669-42d9-960b-fb42db2e6943" providerId="ADAL" clId="{0EF7214D-E59F-4D86-9B6A-2134479533EA}" dt="2026-06-23T07:36:57.522" v="2096" actId="20577"/>
          <ac:spMkLst>
            <pc:docMk/>
            <pc:sldMk cId="1903898355" sldId="310"/>
            <ac:spMk id="3" creationId="{EE674A06-C4D7-ED15-68F3-B3BFFE30FC21}"/>
          </ac:spMkLst>
        </pc:spChg>
        <pc:spChg chg="mod">
          <ac:chgData name="Germena Stefania" userId="848a3578-c669-42d9-960b-fb42db2e6943" providerId="ADAL" clId="{0EF7214D-E59F-4D86-9B6A-2134479533EA}" dt="2026-06-22T16:58:39.103" v="1889" actId="1076"/>
          <ac:spMkLst>
            <pc:docMk/>
            <pc:sldMk cId="1903898355" sldId="310"/>
            <ac:spMk id="5" creationId="{A3BB94A3-F644-C30F-5B2D-4B22FB57F6DB}"/>
          </ac:spMkLst>
        </pc:spChg>
      </pc:sldChg>
      <pc:sldChg chg="delSp modSp add mod">
        <pc:chgData name="Germena Stefania" userId="848a3578-c669-42d9-960b-fb42db2e6943" providerId="ADAL" clId="{0EF7214D-E59F-4D86-9B6A-2134479533EA}" dt="2026-06-22T16:59:34.413" v="1914" actId="478"/>
        <pc:sldMkLst>
          <pc:docMk/>
          <pc:sldMk cId="3601271428" sldId="311"/>
        </pc:sldMkLst>
        <pc:spChg chg="mod">
          <ac:chgData name="Germena Stefania" userId="848a3578-c669-42d9-960b-fb42db2e6943" providerId="ADAL" clId="{0EF7214D-E59F-4D86-9B6A-2134479533EA}" dt="2026-06-22T16:59:29.525" v="1913" actId="1076"/>
          <ac:spMkLst>
            <pc:docMk/>
            <pc:sldMk cId="3601271428" sldId="311"/>
            <ac:spMk id="3" creationId="{A1C5A986-1EB2-5A3B-D992-00B624EA2BCE}"/>
          </ac:spMkLst>
        </pc:spChg>
      </pc:sldChg>
      <pc:sldChg chg="addSp delSp modSp add mod delAnim modAnim">
        <pc:chgData name="Germena Stefania" userId="848a3578-c669-42d9-960b-fb42db2e6943" providerId="ADAL" clId="{0EF7214D-E59F-4D86-9B6A-2134479533EA}" dt="2026-06-25T13:33:59.575" v="2723" actId="20577"/>
        <pc:sldMkLst>
          <pc:docMk/>
          <pc:sldMk cId="3595533584" sldId="312"/>
        </pc:sldMkLst>
        <pc:spChg chg="add mod">
          <ac:chgData name="Germena Stefania" userId="848a3578-c669-42d9-960b-fb42db2e6943" providerId="ADAL" clId="{0EF7214D-E59F-4D86-9B6A-2134479533EA}" dt="2026-06-25T13:33:59.575" v="2723" actId="20577"/>
          <ac:spMkLst>
            <pc:docMk/>
            <pc:sldMk cId="3595533584" sldId="312"/>
            <ac:spMk id="2" creationId="{BAE7790B-E9E0-066A-830D-2C31B4CAEC45}"/>
          </ac:spMkLst>
        </pc:spChg>
        <pc:spChg chg="mod">
          <ac:chgData name="Germena Stefania" userId="848a3578-c669-42d9-960b-fb42db2e6943" providerId="ADAL" clId="{0EF7214D-E59F-4D86-9B6A-2134479533EA}" dt="2026-06-22T16:59:51.514" v="1932" actId="20577"/>
          <ac:spMkLst>
            <pc:docMk/>
            <pc:sldMk cId="3595533584" sldId="312"/>
            <ac:spMk id="3" creationId="{ADB0040A-3C55-103D-7AF3-47B678A0530E}"/>
          </ac:spMkLst>
        </pc:spChg>
        <pc:spChg chg="mod">
          <ac:chgData name="Germena Stefania" userId="848a3578-c669-42d9-960b-fb42db2e6943" providerId="ADAL" clId="{0EF7214D-E59F-4D86-9B6A-2134479533EA}" dt="2026-06-25T13:33:05.063" v="2701" actId="20577"/>
          <ac:spMkLst>
            <pc:docMk/>
            <pc:sldMk cId="3595533584" sldId="312"/>
            <ac:spMk id="5" creationId="{87A85779-7A32-08E8-7B35-21D0FBAA6B25}"/>
          </ac:spMkLst>
        </pc:spChg>
      </pc:sldChg>
      <pc:sldChg chg="addSp delSp modSp add mod delAnim modAnim">
        <pc:chgData name="Germena Stefania" userId="848a3578-c669-42d9-960b-fb42db2e6943" providerId="ADAL" clId="{0EF7214D-E59F-4D86-9B6A-2134479533EA}" dt="2026-06-23T16:23:33.242" v="2355"/>
        <pc:sldMkLst>
          <pc:docMk/>
          <pc:sldMk cId="2934048624" sldId="313"/>
        </pc:sldMkLst>
        <pc:spChg chg="mod">
          <ac:chgData name="Germena Stefania" userId="848a3578-c669-42d9-960b-fb42db2e6943" providerId="ADAL" clId="{0EF7214D-E59F-4D86-9B6A-2134479533EA}" dt="2026-06-23T07:28:18.081" v="2039" actId="14100"/>
          <ac:spMkLst>
            <pc:docMk/>
            <pc:sldMk cId="2934048624" sldId="313"/>
            <ac:spMk id="3" creationId="{D23081EB-AF21-5352-AAB9-D123CECF5303}"/>
          </ac:spMkLst>
        </pc:spChg>
        <pc:spChg chg="add mod">
          <ac:chgData name="Germena Stefania" userId="848a3578-c669-42d9-960b-fb42db2e6943" providerId="ADAL" clId="{0EF7214D-E59F-4D86-9B6A-2134479533EA}" dt="2026-06-23T16:23:21.323" v="2353" actId="14100"/>
          <ac:spMkLst>
            <pc:docMk/>
            <pc:sldMk cId="2934048624" sldId="313"/>
            <ac:spMk id="4" creationId="{1AD7FB3E-8272-B7F6-6463-287418174C2A}"/>
          </ac:spMkLst>
        </pc:spChg>
        <pc:spChg chg="mod">
          <ac:chgData name="Germena Stefania" userId="848a3578-c669-42d9-960b-fb42db2e6943" providerId="ADAL" clId="{0EF7214D-E59F-4D86-9B6A-2134479533EA}" dt="2026-06-23T16:23:16.364" v="2352" actId="14100"/>
          <ac:spMkLst>
            <pc:docMk/>
            <pc:sldMk cId="2934048624" sldId="313"/>
            <ac:spMk id="5" creationId="{A013372E-F8C2-A9FD-F08B-E7D595063F00}"/>
          </ac:spMkLst>
        </pc:spChg>
        <pc:spChg chg="add mod">
          <ac:chgData name="Germena Stefania" userId="848a3578-c669-42d9-960b-fb42db2e6943" providerId="ADAL" clId="{0EF7214D-E59F-4D86-9B6A-2134479533EA}" dt="2026-06-23T16:23:13.076" v="2351" actId="14100"/>
          <ac:spMkLst>
            <pc:docMk/>
            <pc:sldMk cId="2934048624" sldId="313"/>
            <ac:spMk id="7" creationId="{C246029A-2AB0-3CFD-E7C8-D8CA77E2ED4F}"/>
          </ac:spMkLst>
        </pc:spChg>
      </pc:sldChg>
      <pc:sldChg chg="addSp delSp modSp new mod ord">
        <pc:chgData name="Germena Stefania" userId="848a3578-c669-42d9-960b-fb42db2e6943" providerId="ADAL" clId="{0EF7214D-E59F-4D86-9B6A-2134479533EA}" dt="2026-06-23T07:37:49.835" v="2104" actId="1076"/>
        <pc:sldMkLst>
          <pc:docMk/>
          <pc:sldMk cId="2526666149" sldId="314"/>
        </pc:sldMkLst>
        <pc:spChg chg="add mod">
          <ac:chgData name="Germena Stefania" userId="848a3578-c669-42d9-960b-fb42db2e6943" providerId="ADAL" clId="{0EF7214D-E59F-4D86-9B6A-2134479533EA}" dt="2026-06-23T07:37:49.835" v="2104" actId="1076"/>
          <ac:spMkLst>
            <pc:docMk/>
            <pc:sldMk cId="2526666149" sldId="314"/>
            <ac:spMk id="5" creationId="{E8D546CF-B02C-C87D-BF37-E6BF72C1707B}"/>
          </ac:spMkLst>
        </pc:spChg>
        <pc:picChg chg="add mod">
          <ac:chgData name="Germena Stefania" userId="848a3578-c669-42d9-960b-fb42db2e6943" providerId="ADAL" clId="{0EF7214D-E59F-4D86-9B6A-2134479533EA}" dt="2026-06-23T07:30:14.557" v="2047" actId="1076"/>
          <ac:picMkLst>
            <pc:docMk/>
            <pc:sldMk cId="2526666149" sldId="314"/>
            <ac:picMk id="7" creationId="{C4DCA2CF-66FE-7F9B-754E-1927421E25B3}"/>
          </ac:picMkLst>
        </pc:picChg>
        <pc:picChg chg="add mod">
          <ac:chgData name="Germena Stefania" userId="848a3578-c669-42d9-960b-fb42db2e6943" providerId="ADAL" clId="{0EF7214D-E59F-4D86-9B6A-2134479533EA}" dt="2026-06-23T07:37:43.677" v="2102" actId="1076"/>
          <ac:picMkLst>
            <pc:docMk/>
            <pc:sldMk cId="2526666149" sldId="314"/>
            <ac:picMk id="9" creationId="{79379BDC-2A04-72F4-5AD5-ABB5C07E21C4}"/>
          </ac:picMkLst>
        </pc:picChg>
      </pc:sldChg>
      <pc:sldChg chg="addSp delSp modSp add mod">
        <pc:chgData name="Germena Stefania" userId="848a3578-c669-42d9-960b-fb42db2e6943" providerId="ADAL" clId="{0EF7214D-E59F-4D86-9B6A-2134479533EA}" dt="2026-06-23T07:38:01.180" v="2107" actId="22"/>
        <pc:sldMkLst>
          <pc:docMk/>
          <pc:sldMk cId="994953955" sldId="315"/>
        </pc:sldMkLst>
        <pc:spChg chg="add">
          <ac:chgData name="Germena Stefania" userId="848a3578-c669-42d9-960b-fb42db2e6943" providerId="ADAL" clId="{0EF7214D-E59F-4D86-9B6A-2134479533EA}" dt="2026-06-23T07:38:01.180" v="2107" actId="22"/>
          <ac:spMkLst>
            <pc:docMk/>
            <pc:sldMk cId="994953955" sldId="315"/>
            <ac:spMk id="6" creationId="{C05A95BC-263D-6835-FBA8-1D2571254BC6}"/>
          </ac:spMkLst>
        </pc:spChg>
        <pc:picChg chg="add">
          <ac:chgData name="Germena Stefania" userId="848a3578-c669-42d9-960b-fb42db2e6943" providerId="ADAL" clId="{0EF7214D-E59F-4D86-9B6A-2134479533EA}" dt="2026-06-23T07:37:55.506" v="2105" actId="22"/>
          <ac:picMkLst>
            <pc:docMk/>
            <pc:sldMk cId="994953955" sldId="315"/>
            <ac:picMk id="3" creationId="{DA0D6950-E861-103F-FBDE-488D3F45D361}"/>
          </ac:picMkLst>
        </pc:picChg>
        <pc:picChg chg="mod">
          <ac:chgData name="Germena Stefania" userId="848a3578-c669-42d9-960b-fb42db2e6943" providerId="ADAL" clId="{0EF7214D-E59F-4D86-9B6A-2134479533EA}" dt="2026-06-23T07:30:41.486" v="2052" actId="14826"/>
          <ac:picMkLst>
            <pc:docMk/>
            <pc:sldMk cId="994953955" sldId="315"/>
            <ac:picMk id="7" creationId="{BF7CF7D7-2B92-2635-7025-70E6B3040906}"/>
          </ac:picMkLst>
        </pc:picChg>
      </pc:sldChg>
      <pc:sldChg chg="addSp delSp modSp add mod">
        <pc:chgData name="Germena Stefania" userId="848a3578-c669-42d9-960b-fb42db2e6943" providerId="ADAL" clId="{0EF7214D-E59F-4D86-9B6A-2134479533EA}" dt="2026-06-23T07:38:09.462" v="2112" actId="22"/>
        <pc:sldMkLst>
          <pc:docMk/>
          <pc:sldMk cId="3183118188" sldId="316"/>
        </pc:sldMkLst>
        <pc:spChg chg="add">
          <ac:chgData name="Germena Stefania" userId="848a3578-c669-42d9-960b-fb42db2e6943" providerId="ADAL" clId="{0EF7214D-E59F-4D86-9B6A-2134479533EA}" dt="2026-06-23T07:38:03.921" v="2109" actId="22"/>
          <ac:spMkLst>
            <pc:docMk/>
            <pc:sldMk cId="3183118188" sldId="316"/>
            <ac:spMk id="3" creationId="{6CFABD1C-0D5D-7B73-01C4-E922FA9BF7F8}"/>
          </ac:spMkLst>
        </pc:spChg>
        <pc:picChg chg="add">
          <ac:chgData name="Germena Stefania" userId="848a3578-c669-42d9-960b-fb42db2e6943" providerId="ADAL" clId="{0EF7214D-E59F-4D86-9B6A-2134479533EA}" dt="2026-06-23T07:38:09.462" v="2112" actId="22"/>
          <ac:picMkLst>
            <pc:docMk/>
            <pc:sldMk cId="3183118188" sldId="316"/>
            <ac:picMk id="6" creationId="{76A068B8-9277-42E8-7723-263F8722A813}"/>
          </ac:picMkLst>
        </pc:picChg>
        <pc:picChg chg="mod">
          <ac:chgData name="Germena Stefania" userId="848a3578-c669-42d9-960b-fb42db2e6943" providerId="ADAL" clId="{0EF7214D-E59F-4D86-9B6A-2134479533EA}" dt="2026-06-23T07:30:52.167" v="2053" actId="14826"/>
          <ac:picMkLst>
            <pc:docMk/>
            <pc:sldMk cId="3183118188" sldId="316"/>
            <ac:picMk id="7" creationId="{ACB90011-3F29-A11C-C812-1D466B10FC06}"/>
          </ac:picMkLst>
        </pc:picChg>
      </pc:sldChg>
      <pc:sldChg chg="addSp delSp modSp add mod">
        <pc:chgData name="Germena Stefania" userId="848a3578-c669-42d9-960b-fb42db2e6943" providerId="ADAL" clId="{0EF7214D-E59F-4D86-9B6A-2134479533EA}" dt="2026-06-23T07:38:10.446" v="2113" actId="22"/>
        <pc:sldMkLst>
          <pc:docMk/>
          <pc:sldMk cId="2297889544" sldId="317"/>
        </pc:sldMkLst>
        <pc:spChg chg="add">
          <ac:chgData name="Germena Stefania" userId="848a3578-c669-42d9-960b-fb42db2e6943" providerId="ADAL" clId="{0EF7214D-E59F-4D86-9B6A-2134479533EA}" dt="2026-06-23T07:38:06.779" v="2111" actId="22"/>
          <ac:spMkLst>
            <pc:docMk/>
            <pc:sldMk cId="2297889544" sldId="317"/>
            <ac:spMk id="3" creationId="{20EDBB0C-F617-E9E0-47B5-55BCC96C2AE0}"/>
          </ac:spMkLst>
        </pc:spChg>
        <pc:picChg chg="add">
          <ac:chgData name="Germena Stefania" userId="848a3578-c669-42d9-960b-fb42db2e6943" providerId="ADAL" clId="{0EF7214D-E59F-4D86-9B6A-2134479533EA}" dt="2026-06-23T07:38:10.446" v="2113" actId="22"/>
          <ac:picMkLst>
            <pc:docMk/>
            <pc:sldMk cId="2297889544" sldId="317"/>
            <ac:picMk id="6" creationId="{A0016526-D944-0219-B981-67DD1131022A}"/>
          </ac:picMkLst>
        </pc:picChg>
        <pc:picChg chg="mod">
          <ac:chgData name="Germena Stefania" userId="848a3578-c669-42d9-960b-fb42db2e6943" providerId="ADAL" clId="{0EF7214D-E59F-4D86-9B6A-2134479533EA}" dt="2026-06-23T07:31:02.941" v="2054" actId="14826"/>
          <ac:picMkLst>
            <pc:docMk/>
            <pc:sldMk cId="2297889544" sldId="317"/>
            <ac:picMk id="7" creationId="{FFD5C220-5A99-4A53-12FE-4691EF748400}"/>
          </ac:picMkLst>
        </pc:picChg>
      </pc:sldChg>
      <pc:sldChg chg="addSp delSp modSp add mod ord">
        <pc:chgData name="Germena Stefania" userId="848a3578-c669-42d9-960b-fb42db2e6943" providerId="ADAL" clId="{0EF7214D-E59F-4D86-9B6A-2134479533EA}" dt="2026-06-23T07:38:50.830" v="2130" actId="1076"/>
        <pc:sldMkLst>
          <pc:docMk/>
          <pc:sldMk cId="2766037184" sldId="319"/>
        </pc:sldMkLst>
        <pc:spChg chg="add mod">
          <ac:chgData name="Germena Stefania" userId="848a3578-c669-42d9-960b-fb42db2e6943" providerId="ADAL" clId="{0EF7214D-E59F-4D86-9B6A-2134479533EA}" dt="2026-06-23T07:38:50.830" v="2130" actId="1076"/>
          <ac:spMkLst>
            <pc:docMk/>
            <pc:sldMk cId="2766037184" sldId="319"/>
            <ac:spMk id="6" creationId="{1851C0B9-E81D-73EA-A0DB-D64C29AC71B5}"/>
          </ac:spMkLst>
        </pc:spChg>
        <pc:picChg chg="add mod">
          <ac:chgData name="Germena Stefania" userId="848a3578-c669-42d9-960b-fb42db2e6943" providerId="ADAL" clId="{0EF7214D-E59F-4D86-9B6A-2134479533EA}" dt="2026-06-23T07:38:47.328" v="2129" actId="14100"/>
          <ac:picMkLst>
            <pc:docMk/>
            <pc:sldMk cId="2766037184" sldId="319"/>
            <ac:picMk id="3" creationId="{BF69F848-8B2A-D889-08E3-AD09C4A5BBDE}"/>
          </ac:picMkLst>
        </pc:picChg>
        <pc:picChg chg="mod">
          <ac:chgData name="Germena Stefania" userId="848a3578-c669-42d9-960b-fb42db2e6943" providerId="ADAL" clId="{0EF7214D-E59F-4D86-9B6A-2134479533EA}" dt="2026-06-23T07:32:40.134" v="2065" actId="14826"/>
          <ac:picMkLst>
            <pc:docMk/>
            <pc:sldMk cId="2766037184" sldId="319"/>
            <ac:picMk id="7" creationId="{2D191301-C08C-A710-CA5E-B3065FC125B6}"/>
          </ac:picMkLst>
        </pc:picChg>
      </pc:sldChg>
      <pc:sldChg chg="addSp delSp modSp add mod">
        <pc:chgData name="Germena Stefania" userId="848a3578-c669-42d9-960b-fb42db2e6943" providerId="ADAL" clId="{0EF7214D-E59F-4D86-9B6A-2134479533EA}" dt="2026-06-23T07:39:09.021" v="2140" actId="22"/>
        <pc:sldMkLst>
          <pc:docMk/>
          <pc:sldMk cId="2074846484" sldId="320"/>
        </pc:sldMkLst>
        <pc:spChg chg="add">
          <ac:chgData name="Germena Stefania" userId="848a3578-c669-42d9-960b-fb42db2e6943" providerId="ADAL" clId="{0EF7214D-E59F-4D86-9B6A-2134479533EA}" dt="2026-06-23T07:39:09.021" v="2140" actId="22"/>
          <ac:spMkLst>
            <pc:docMk/>
            <pc:sldMk cId="2074846484" sldId="320"/>
            <ac:spMk id="9" creationId="{A4D78546-41CD-9737-E31D-FB64CAC7A2A3}"/>
          </ac:spMkLst>
        </pc:spChg>
        <pc:picChg chg="add">
          <ac:chgData name="Germena Stefania" userId="848a3578-c669-42d9-960b-fb42db2e6943" providerId="ADAL" clId="{0EF7214D-E59F-4D86-9B6A-2134479533EA}" dt="2026-06-23T07:38:56.834" v="2134" actId="22"/>
          <ac:picMkLst>
            <pc:docMk/>
            <pc:sldMk cId="2074846484" sldId="320"/>
            <ac:picMk id="6" creationId="{0CFF56F0-C22C-B745-9FA3-2AC22E7A139B}"/>
          </ac:picMkLst>
        </pc:picChg>
        <pc:picChg chg="mod">
          <ac:chgData name="Germena Stefania" userId="848a3578-c669-42d9-960b-fb42db2e6943" providerId="ADAL" clId="{0EF7214D-E59F-4D86-9B6A-2134479533EA}" dt="2026-06-23T07:33:24.316" v="2072" actId="14826"/>
          <ac:picMkLst>
            <pc:docMk/>
            <pc:sldMk cId="2074846484" sldId="320"/>
            <ac:picMk id="7" creationId="{0B9702C8-95AB-F44C-1922-D979EAF5ED8F}"/>
          </ac:picMkLst>
        </pc:picChg>
      </pc:sldChg>
      <pc:sldChg chg="addSp delSp modSp add mod">
        <pc:chgData name="Germena Stefania" userId="848a3578-c669-42d9-960b-fb42db2e6943" providerId="ADAL" clId="{0EF7214D-E59F-4D86-9B6A-2134479533EA}" dt="2026-06-23T07:39:09.873" v="2141" actId="22"/>
        <pc:sldMkLst>
          <pc:docMk/>
          <pc:sldMk cId="553805939" sldId="321"/>
        </pc:sldMkLst>
        <pc:spChg chg="add">
          <ac:chgData name="Germena Stefania" userId="848a3578-c669-42d9-960b-fb42db2e6943" providerId="ADAL" clId="{0EF7214D-E59F-4D86-9B6A-2134479533EA}" dt="2026-06-23T07:39:09.873" v="2141" actId="22"/>
          <ac:spMkLst>
            <pc:docMk/>
            <pc:sldMk cId="553805939" sldId="321"/>
            <ac:spMk id="6" creationId="{8FF3F3C9-1648-7E6B-67BE-6FF36D49239A}"/>
          </ac:spMkLst>
        </pc:spChg>
        <pc:picChg chg="add">
          <ac:chgData name="Germena Stefania" userId="848a3578-c669-42d9-960b-fb42db2e6943" providerId="ADAL" clId="{0EF7214D-E59F-4D86-9B6A-2134479533EA}" dt="2026-06-23T07:39:00.415" v="2136" actId="22"/>
          <ac:picMkLst>
            <pc:docMk/>
            <pc:sldMk cId="553805939" sldId="321"/>
            <ac:picMk id="3" creationId="{01B450E6-7855-0EA4-FE48-0BFF77E86F1B}"/>
          </ac:picMkLst>
        </pc:picChg>
        <pc:picChg chg="mod">
          <ac:chgData name="Germena Stefania" userId="848a3578-c669-42d9-960b-fb42db2e6943" providerId="ADAL" clId="{0EF7214D-E59F-4D86-9B6A-2134479533EA}" dt="2026-06-23T07:33:29.515" v="2073" actId="14826"/>
          <ac:picMkLst>
            <pc:docMk/>
            <pc:sldMk cId="553805939" sldId="321"/>
            <ac:picMk id="7" creationId="{36C23477-9B49-0F35-40D9-9B3A3596A4D5}"/>
          </ac:picMkLst>
        </pc:picChg>
      </pc:sldChg>
      <pc:sldChg chg="addSp delSp modSp add mod">
        <pc:chgData name="Germena Stefania" userId="848a3578-c669-42d9-960b-fb42db2e6943" providerId="ADAL" clId="{0EF7214D-E59F-4D86-9B6A-2134479533EA}" dt="2026-06-23T07:39:11.105" v="2142" actId="22"/>
        <pc:sldMkLst>
          <pc:docMk/>
          <pc:sldMk cId="957485536" sldId="322"/>
        </pc:sldMkLst>
        <pc:spChg chg="add">
          <ac:chgData name="Germena Stefania" userId="848a3578-c669-42d9-960b-fb42db2e6943" providerId="ADAL" clId="{0EF7214D-E59F-4D86-9B6A-2134479533EA}" dt="2026-06-23T07:39:11.105" v="2142" actId="22"/>
          <ac:spMkLst>
            <pc:docMk/>
            <pc:sldMk cId="957485536" sldId="322"/>
            <ac:spMk id="6" creationId="{3E51CB88-EDD2-E87F-7CF1-574A029890D1}"/>
          </ac:spMkLst>
        </pc:spChg>
        <pc:picChg chg="add">
          <ac:chgData name="Germena Stefania" userId="848a3578-c669-42d9-960b-fb42db2e6943" providerId="ADAL" clId="{0EF7214D-E59F-4D86-9B6A-2134479533EA}" dt="2026-06-23T07:39:04.053" v="2139" actId="22"/>
          <ac:picMkLst>
            <pc:docMk/>
            <pc:sldMk cId="957485536" sldId="322"/>
            <ac:picMk id="3" creationId="{38A29467-4A0E-5920-44C2-91205F83E368}"/>
          </ac:picMkLst>
        </pc:picChg>
        <pc:picChg chg="mod">
          <ac:chgData name="Germena Stefania" userId="848a3578-c669-42d9-960b-fb42db2e6943" providerId="ADAL" clId="{0EF7214D-E59F-4D86-9B6A-2134479533EA}" dt="2026-06-23T07:33:36.717" v="2074" actId="14826"/>
          <ac:picMkLst>
            <pc:docMk/>
            <pc:sldMk cId="957485536" sldId="322"/>
            <ac:picMk id="7" creationId="{5747B090-0B1B-DB94-8F4E-76DC478766A9}"/>
          </ac:picMkLst>
        </pc:picChg>
      </pc:sldChg>
      <pc:sldChg chg="addSp delSp modSp add mod ord">
        <pc:chgData name="Germena Stefania" userId="848a3578-c669-42d9-960b-fb42db2e6943" providerId="ADAL" clId="{0EF7214D-E59F-4D86-9B6A-2134479533EA}" dt="2026-06-23T07:41:58.504" v="2184" actId="164"/>
        <pc:sldMkLst>
          <pc:docMk/>
          <pc:sldMk cId="381384970" sldId="323"/>
        </pc:sldMkLst>
        <pc:spChg chg="mod">
          <ac:chgData name="Germena Stefania" userId="848a3578-c669-42d9-960b-fb42db2e6943" providerId="ADAL" clId="{0EF7214D-E59F-4D86-9B6A-2134479533EA}" dt="2026-06-23T07:41:43.825" v="2183" actId="1076"/>
          <ac:spMkLst>
            <pc:docMk/>
            <pc:sldMk cId="381384970" sldId="323"/>
            <ac:spMk id="5" creationId="{5A992AC8-FD61-58D9-8B71-59D6F07DB7FC}"/>
          </ac:spMkLst>
        </pc:spChg>
        <pc:grpChg chg="add mod">
          <ac:chgData name="Germena Stefania" userId="848a3578-c669-42d9-960b-fb42db2e6943" providerId="ADAL" clId="{0EF7214D-E59F-4D86-9B6A-2134479533EA}" dt="2026-06-23T07:41:58.504" v="2184" actId="164"/>
          <ac:grpSpMkLst>
            <pc:docMk/>
            <pc:sldMk cId="381384970" sldId="323"/>
            <ac:grpSpMk id="10" creationId="{89BE9494-396E-0844-5C04-F711B5A7D5F4}"/>
          </ac:grpSpMkLst>
        </pc:grpChg>
        <pc:picChg chg="add mod modCrop">
          <ac:chgData name="Germena Stefania" userId="848a3578-c669-42d9-960b-fb42db2e6943" providerId="ADAL" clId="{0EF7214D-E59F-4D86-9B6A-2134479533EA}" dt="2026-06-23T07:41:58.504" v="2184" actId="164"/>
          <ac:picMkLst>
            <pc:docMk/>
            <pc:sldMk cId="381384970" sldId="323"/>
            <ac:picMk id="3" creationId="{A78B2C35-D9C7-6FA0-FFE4-EE2A44C82FD1}"/>
          </ac:picMkLst>
        </pc:picChg>
        <pc:picChg chg="mod">
          <ac:chgData name="Germena Stefania" userId="848a3578-c669-42d9-960b-fb42db2e6943" providerId="ADAL" clId="{0EF7214D-E59F-4D86-9B6A-2134479533EA}" dt="2026-06-23T07:35:23.921" v="2087" actId="14826"/>
          <ac:picMkLst>
            <pc:docMk/>
            <pc:sldMk cId="381384970" sldId="323"/>
            <ac:picMk id="7" creationId="{D2C23657-38A7-7535-9D16-0845C8186CC8}"/>
          </ac:picMkLst>
        </pc:picChg>
        <pc:picChg chg="add mod modCrop">
          <ac:chgData name="Germena Stefania" userId="848a3578-c669-42d9-960b-fb42db2e6943" providerId="ADAL" clId="{0EF7214D-E59F-4D86-9B6A-2134479533EA}" dt="2026-06-23T07:41:58.504" v="2184" actId="164"/>
          <ac:picMkLst>
            <pc:docMk/>
            <pc:sldMk cId="381384970" sldId="323"/>
            <ac:picMk id="9" creationId="{5183858F-2C0A-76C3-B595-EEAB69631B57}"/>
          </ac:picMkLst>
        </pc:picChg>
      </pc:sldChg>
      <pc:sldChg chg="addSp delSp modSp add mod">
        <pc:chgData name="Germena Stefania" userId="848a3578-c669-42d9-960b-fb42db2e6943" providerId="ADAL" clId="{0EF7214D-E59F-4D86-9B6A-2134479533EA}" dt="2026-06-23T07:42:12.280" v="2191" actId="22"/>
        <pc:sldMkLst>
          <pc:docMk/>
          <pc:sldMk cId="3572408066" sldId="324"/>
        </pc:sldMkLst>
        <pc:spChg chg="add">
          <ac:chgData name="Germena Stefania" userId="848a3578-c669-42d9-960b-fb42db2e6943" providerId="ADAL" clId="{0EF7214D-E59F-4D86-9B6A-2134479533EA}" dt="2026-06-23T07:42:12.280" v="2191" actId="22"/>
          <ac:spMkLst>
            <pc:docMk/>
            <pc:sldMk cId="3572408066" sldId="324"/>
            <ac:spMk id="8" creationId="{08F61859-6548-8C48-8EB6-4DA448F2784A}"/>
          </ac:spMkLst>
        </pc:spChg>
        <pc:grpChg chg="add mod">
          <ac:chgData name="Germena Stefania" userId="848a3578-c669-42d9-960b-fb42db2e6943" providerId="ADAL" clId="{0EF7214D-E59F-4D86-9B6A-2134479533EA}" dt="2026-06-23T07:42:01.989" v="2186"/>
          <ac:grpSpMkLst>
            <pc:docMk/>
            <pc:sldMk cId="3572408066" sldId="324"/>
            <ac:grpSpMk id="2" creationId="{2E6C0BC7-CCFE-523F-EAB8-D32DC02076A5}"/>
          </ac:grpSpMkLst>
        </pc:grpChg>
        <pc:picChg chg="mod">
          <ac:chgData name="Germena Stefania" userId="848a3578-c669-42d9-960b-fb42db2e6943" providerId="ADAL" clId="{0EF7214D-E59F-4D86-9B6A-2134479533EA}" dt="2026-06-23T07:42:01.989" v="2186"/>
          <ac:picMkLst>
            <pc:docMk/>
            <pc:sldMk cId="3572408066" sldId="324"/>
            <ac:picMk id="3" creationId="{D8C0E779-F3A0-4E9E-7EFE-99FE604CCC02}"/>
          </ac:picMkLst>
        </pc:picChg>
        <pc:picChg chg="mod">
          <ac:chgData name="Germena Stefania" userId="848a3578-c669-42d9-960b-fb42db2e6943" providerId="ADAL" clId="{0EF7214D-E59F-4D86-9B6A-2134479533EA}" dt="2026-06-23T07:42:01.989" v="2186"/>
          <ac:picMkLst>
            <pc:docMk/>
            <pc:sldMk cId="3572408066" sldId="324"/>
            <ac:picMk id="4" creationId="{A0C25766-A4DE-63D4-D04F-1CC2A3A52BC0}"/>
          </ac:picMkLst>
        </pc:picChg>
        <pc:picChg chg="mod">
          <ac:chgData name="Germena Stefania" userId="848a3578-c669-42d9-960b-fb42db2e6943" providerId="ADAL" clId="{0EF7214D-E59F-4D86-9B6A-2134479533EA}" dt="2026-06-23T07:35:32.136" v="2088" actId="14826"/>
          <ac:picMkLst>
            <pc:docMk/>
            <pc:sldMk cId="3572408066" sldId="324"/>
            <ac:picMk id="7" creationId="{84840FD8-61F9-C1ED-CF6F-4A3225873F86}"/>
          </ac:picMkLst>
        </pc:picChg>
      </pc:sldChg>
      <pc:sldChg chg="addSp delSp modSp add mod">
        <pc:chgData name="Germena Stefania" userId="848a3578-c669-42d9-960b-fb42db2e6943" providerId="ADAL" clId="{0EF7214D-E59F-4D86-9B6A-2134479533EA}" dt="2026-06-23T07:42:13.127" v="2192" actId="22"/>
        <pc:sldMkLst>
          <pc:docMk/>
          <pc:sldMk cId="642701307" sldId="325"/>
        </pc:sldMkLst>
        <pc:spChg chg="add">
          <ac:chgData name="Germena Stefania" userId="848a3578-c669-42d9-960b-fb42db2e6943" providerId="ADAL" clId="{0EF7214D-E59F-4D86-9B6A-2134479533EA}" dt="2026-06-23T07:42:13.127" v="2192" actId="22"/>
          <ac:spMkLst>
            <pc:docMk/>
            <pc:sldMk cId="642701307" sldId="325"/>
            <ac:spMk id="8" creationId="{CA3A03BE-3ABD-982B-AEF5-93CE388843E6}"/>
          </ac:spMkLst>
        </pc:spChg>
        <pc:grpChg chg="add mod">
          <ac:chgData name="Germena Stefania" userId="848a3578-c669-42d9-960b-fb42db2e6943" providerId="ADAL" clId="{0EF7214D-E59F-4D86-9B6A-2134479533EA}" dt="2026-06-23T07:42:04.651" v="2188"/>
          <ac:grpSpMkLst>
            <pc:docMk/>
            <pc:sldMk cId="642701307" sldId="325"/>
            <ac:grpSpMk id="2" creationId="{121A49C6-A583-5A47-F323-7D78FFC8B498}"/>
          </ac:grpSpMkLst>
        </pc:grpChg>
        <pc:picChg chg="mod">
          <ac:chgData name="Germena Stefania" userId="848a3578-c669-42d9-960b-fb42db2e6943" providerId="ADAL" clId="{0EF7214D-E59F-4D86-9B6A-2134479533EA}" dt="2026-06-23T07:42:04.651" v="2188"/>
          <ac:picMkLst>
            <pc:docMk/>
            <pc:sldMk cId="642701307" sldId="325"/>
            <ac:picMk id="3" creationId="{E7ABE675-2FA3-64F5-902A-F634CFECEC32}"/>
          </ac:picMkLst>
        </pc:picChg>
        <pc:picChg chg="mod">
          <ac:chgData name="Germena Stefania" userId="848a3578-c669-42d9-960b-fb42db2e6943" providerId="ADAL" clId="{0EF7214D-E59F-4D86-9B6A-2134479533EA}" dt="2026-06-23T07:42:04.651" v="2188"/>
          <ac:picMkLst>
            <pc:docMk/>
            <pc:sldMk cId="642701307" sldId="325"/>
            <ac:picMk id="4" creationId="{FB7705C3-778C-CF2A-C275-B1CBC83D0620}"/>
          </ac:picMkLst>
        </pc:picChg>
        <pc:picChg chg="mod">
          <ac:chgData name="Germena Stefania" userId="848a3578-c669-42d9-960b-fb42db2e6943" providerId="ADAL" clId="{0EF7214D-E59F-4D86-9B6A-2134479533EA}" dt="2026-06-23T07:36:32.365" v="2089" actId="14826"/>
          <ac:picMkLst>
            <pc:docMk/>
            <pc:sldMk cId="642701307" sldId="325"/>
            <ac:picMk id="7" creationId="{EBD7854E-7237-9479-C50E-FB298AE6825A}"/>
          </ac:picMkLst>
        </pc:picChg>
      </pc:sldChg>
      <pc:sldChg chg="addSp delSp modSp add mod">
        <pc:chgData name="Germena Stefania" userId="848a3578-c669-42d9-960b-fb42db2e6943" providerId="ADAL" clId="{0EF7214D-E59F-4D86-9B6A-2134479533EA}" dt="2026-06-23T07:42:14.164" v="2193" actId="22"/>
        <pc:sldMkLst>
          <pc:docMk/>
          <pc:sldMk cId="4279557956" sldId="326"/>
        </pc:sldMkLst>
        <pc:spChg chg="add">
          <ac:chgData name="Germena Stefania" userId="848a3578-c669-42d9-960b-fb42db2e6943" providerId="ADAL" clId="{0EF7214D-E59F-4D86-9B6A-2134479533EA}" dt="2026-06-23T07:42:14.164" v="2193" actId="22"/>
          <ac:spMkLst>
            <pc:docMk/>
            <pc:sldMk cId="4279557956" sldId="326"/>
            <ac:spMk id="8" creationId="{E2ECCFE3-B339-4E43-119D-2342E6266518}"/>
          </ac:spMkLst>
        </pc:spChg>
        <pc:grpChg chg="add mod">
          <ac:chgData name="Germena Stefania" userId="848a3578-c669-42d9-960b-fb42db2e6943" providerId="ADAL" clId="{0EF7214D-E59F-4D86-9B6A-2134479533EA}" dt="2026-06-23T07:42:08.272" v="2190"/>
          <ac:grpSpMkLst>
            <pc:docMk/>
            <pc:sldMk cId="4279557956" sldId="326"/>
            <ac:grpSpMk id="2" creationId="{AFB8084F-2397-AF27-8D87-DFC46E2CC2F4}"/>
          </ac:grpSpMkLst>
        </pc:grpChg>
        <pc:picChg chg="mod">
          <ac:chgData name="Germena Stefania" userId="848a3578-c669-42d9-960b-fb42db2e6943" providerId="ADAL" clId="{0EF7214D-E59F-4D86-9B6A-2134479533EA}" dt="2026-06-23T07:42:08.272" v="2190"/>
          <ac:picMkLst>
            <pc:docMk/>
            <pc:sldMk cId="4279557956" sldId="326"/>
            <ac:picMk id="3" creationId="{F0FCAB97-0950-E4E1-61E8-15845989EC9C}"/>
          </ac:picMkLst>
        </pc:picChg>
        <pc:picChg chg="mod">
          <ac:chgData name="Germena Stefania" userId="848a3578-c669-42d9-960b-fb42db2e6943" providerId="ADAL" clId="{0EF7214D-E59F-4D86-9B6A-2134479533EA}" dt="2026-06-23T07:42:08.272" v="2190"/>
          <ac:picMkLst>
            <pc:docMk/>
            <pc:sldMk cId="4279557956" sldId="326"/>
            <ac:picMk id="4" creationId="{A9657C9F-6456-C0E6-FA7B-F992E5E79515}"/>
          </ac:picMkLst>
        </pc:picChg>
        <pc:picChg chg="mod">
          <ac:chgData name="Germena Stefania" userId="848a3578-c669-42d9-960b-fb42db2e6943" providerId="ADAL" clId="{0EF7214D-E59F-4D86-9B6A-2134479533EA}" dt="2026-06-23T07:36:41.363" v="2090" actId="14826"/>
          <ac:picMkLst>
            <pc:docMk/>
            <pc:sldMk cId="4279557956" sldId="326"/>
            <ac:picMk id="7" creationId="{CCA264F8-8081-887D-347D-A421BA39DF1D}"/>
          </ac:picMkLst>
        </pc:picChg>
      </pc:sldChg>
      <pc:sldChg chg="addSp delSp modSp new mod">
        <pc:chgData name="Germena Stefania" userId="848a3578-c669-42d9-960b-fb42db2e6943" providerId="ADAL" clId="{0EF7214D-E59F-4D86-9B6A-2134479533EA}" dt="2026-06-24T09:45:58.120" v="2390" actId="1076"/>
        <pc:sldMkLst>
          <pc:docMk/>
          <pc:sldMk cId="309417636" sldId="327"/>
        </pc:sldMkLst>
        <pc:spChg chg="del">
          <ac:chgData name="Germena Stefania" userId="848a3578-c669-42d9-960b-fb42db2e6943" providerId="ADAL" clId="{0EF7214D-E59F-4D86-9B6A-2134479533EA}" dt="2026-06-24T09:43:44.894" v="2358" actId="478"/>
          <ac:spMkLst>
            <pc:docMk/>
            <pc:sldMk cId="309417636" sldId="327"/>
            <ac:spMk id="2" creationId="{BC44BBC8-B128-6D0F-F8E7-C1AB461287AF}"/>
          </ac:spMkLst>
        </pc:spChg>
        <pc:spChg chg="del">
          <ac:chgData name="Germena Stefania" userId="848a3578-c669-42d9-960b-fb42db2e6943" providerId="ADAL" clId="{0EF7214D-E59F-4D86-9B6A-2134479533EA}" dt="2026-06-24T09:43:43.735" v="2357" actId="478"/>
          <ac:spMkLst>
            <pc:docMk/>
            <pc:sldMk cId="309417636" sldId="327"/>
            <ac:spMk id="3" creationId="{4FB1D658-3663-6E9D-D47E-A2C79F4AE0CE}"/>
          </ac:spMkLst>
        </pc:spChg>
        <pc:spChg chg="add mod">
          <ac:chgData name="Germena Stefania" userId="848a3578-c669-42d9-960b-fb42db2e6943" providerId="ADAL" clId="{0EF7214D-E59F-4D86-9B6A-2134479533EA}" dt="2026-06-24T09:44:00.035" v="2386" actId="1076"/>
          <ac:spMkLst>
            <pc:docMk/>
            <pc:sldMk cId="309417636" sldId="327"/>
            <ac:spMk id="5" creationId="{C68740CB-5FDE-F3E2-B0D4-94935D5F4286}"/>
          </ac:spMkLst>
        </pc:spChg>
        <pc:picChg chg="add mod">
          <ac:chgData name="Germena Stefania" userId="848a3578-c669-42d9-960b-fb42db2e6943" providerId="ADAL" clId="{0EF7214D-E59F-4D86-9B6A-2134479533EA}" dt="2026-06-24T09:45:58.120" v="2390" actId="1076"/>
          <ac:picMkLst>
            <pc:docMk/>
            <pc:sldMk cId="309417636" sldId="327"/>
            <ac:picMk id="7" creationId="{BFBC9E86-6F36-E8D8-DE0B-F19D6EECCB10}"/>
          </ac:picMkLst>
        </pc:picChg>
      </pc:sldChg>
      <pc:sldChg chg="addSp delSp modSp add mod">
        <pc:chgData name="Germena Stefania" userId="848a3578-c669-42d9-960b-fb42db2e6943" providerId="ADAL" clId="{0EF7214D-E59F-4D86-9B6A-2134479533EA}" dt="2026-06-24T09:46:24.468" v="2401" actId="1076"/>
        <pc:sldMkLst>
          <pc:docMk/>
          <pc:sldMk cId="2133112750" sldId="328"/>
        </pc:sldMkLst>
        <pc:picChg chg="add del">
          <ac:chgData name="Germena Stefania" userId="848a3578-c669-42d9-960b-fb42db2e6943" providerId="ADAL" clId="{0EF7214D-E59F-4D86-9B6A-2134479533EA}" dt="2026-06-24T09:46:09.741" v="2394" actId="478"/>
          <ac:picMkLst>
            <pc:docMk/>
            <pc:sldMk cId="2133112750" sldId="328"/>
            <ac:picMk id="3" creationId="{DDFA42CA-2138-8F37-4AA5-8B80F9C0CB87}"/>
          </ac:picMkLst>
        </pc:picChg>
        <pc:picChg chg="add mod">
          <ac:chgData name="Germena Stefania" userId="848a3578-c669-42d9-960b-fb42db2e6943" providerId="ADAL" clId="{0EF7214D-E59F-4D86-9B6A-2134479533EA}" dt="2026-06-24T09:46:24.468" v="2401" actId="1076"/>
          <ac:picMkLst>
            <pc:docMk/>
            <pc:sldMk cId="2133112750" sldId="328"/>
            <ac:picMk id="6" creationId="{53A7F276-8E6E-662A-343B-7E8AC75A4AC4}"/>
          </ac:picMkLst>
        </pc:picChg>
        <pc:picChg chg="del mod">
          <ac:chgData name="Germena Stefania" userId="848a3578-c669-42d9-960b-fb42db2e6943" providerId="ADAL" clId="{0EF7214D-E59F-4D86-9B6A-2134479533EA}" dt="2026-06-24T09:46:18.273" v="2397" actId="478"/>
          <ac:picMkLst>
            <pc:docMk/>
            <pc:sldMk cId="2133112750" sldId="328"/>
            <ac:picMk id="7" creationId="{C60AAD38-EA27-22CD-7FFB-FD9A56DCD1B1}"/>
          </ac:picMkLst>
        </pc:picChg>
      </pc:sldChg>
      <pc:sldChg chg="addSp delSp modSp add mod">
        <pc:chgData name="Germena Stefania" userId="848a3578-c669-42d9-960b-fb42db2e6943" providerId="ADAL" clId="{0EF7214D-E59F-4D86-9B6A-2134479533EA}" dt="2026-06-25T13:32:50.940" v="2695" actId="1076"/>
        <pc:sldMkLst>
          <pc:docMk/>
          <pc:sldMk cId="1824453325" sldId="329"/>
        </pc:sldMkLst>
        <pc:spChg chg="add mod">
          <ac:chgData name="Germena Stefania" userId="848a3578-c669-42d9-960b-fb42db2e6943" providerId="ADAL" clId="{0EF7214D-E59F-4D86-9B6A-2134479533EA}" dt="2026-06-25T13:32:50.940" v="2695" actId="1076"/>
          <ac:spMkLst>
            <pc:docMk/>
            <pc:sldMk cId="1824453325" sldId="329"/>
            <ac:spMk id="2" creationId="{2B5F955A-E30E-48B8-8990-4195AB341A75}"/>
          </ac:spMkLst>
        </pc:spChg>
        <pc:picChg chg="del">
          <ac:chgData name="Germena Stefania" userId="848a3578-c669-42d9-960b-fb42db2e6943" providerId="ADAL" clId="{0EF7214D-E59F-4D86-9B6A-2134479533EA}" dt="2026-06-24T09:46:30.716" v="2403" actId="478"/>
          <ac:picMkLst>
            <pc:docMk/>
            <pc:sldMk cId="1824453325" sldId="329"/>
            <ac:picMk id="6" creationId="{6578F9AB-E1B7-AC3D-F268-F4C8C5101BEF}"/>
          </ac:picMkLst>
        </pc:picChg>
      </pc:sldChg>
      <pc:sldChg chg="modSp add mod">
        <pc:chgData name="Germena Stefania" userId="848a3578-c669-42d9-960b-fb42db2e6943" providerId="ADAL" clId="{0EF7214D-E59F-4D86-9B6A-2134479533EA}" dt="2026-06-25T13:32:56.628" v="2698" actId="20577"/>
        <pc:sldMkLst>
          <pc:docMk/>
          <pc:sldMk cId="2938624585" sldId="330"/>
        </pc:sldMkLst>
        <pc:spChg chg="mod">
          <ac:chgData name="Germena Stefania" userId="848a3578-c669-42d9-960b-fb42db2e6943" providerId="ADAL" clId="{0EF7214D-E59F-4D86-9B6A-2134479533EA}" dt="2026-06-25T13:32:56.628" v="2698" actId="20577"/>
          <ac:spMkLst>
            <pc:docMk/>
            <pc:sldMk cId="2938624585" sldId="330"/>
            <ac:spMk id="2" creationId="{B0741613-2D12-78A1-085C-C7C013669300}"/>
          </ac:spMkLst>
        </pc:spChg>
        <pc:spChg chg="mod">
          <ac:chgData name="Germena Stefania" userId="848a3578-c669-42d9-960b-fb42db2e6943" providerId="ADAL" clId="{0EF7214D-E59F-4D86-9B6A-2134479533EA}" dt="2026-06-24T09:48:32.886" v="2479" actId="313"/>
          <ac:spMkLst>
            <pc:docMk/>
            <pc:sldMk cId="2938624585" sldId="330"/>
            <ac:spMk id="5" creationId="{0910C8C3-BA7F-03C5-AE2C-F7D363835127}"/>
          </ac:spMkLst>
        </pc:spChg>
      </pc:sldChg>
      <pc:sldMasterChg chg="setBg modSldLayout">
        <pc:chgData name="Germena Stefania" userId="848a3578-c669-42d9-960b-fb42db2e6943" providerId="ADAL" clId="{0EF7214D-E59F-4D86-9B6A-2134479533EA}" dt="2026-06-22T10:27:18.476" v="74"/>
        <pc:sldMasterMkLst>
          <pc:docMk/>
          <pc:sldMasterMk cId="63496781" sldId="2147483672"/>
        </pc:sldMasterMkLst>
        <pc:sldLayoutChg chg="setBg">
          <pc:chgData name="Germena Stefania" userId="848a3578-c669-42d9-960b-fb42db2e6943" providerId="ADAL" clId="{0EF7214D-E59F-4D86-9B6A-2134479533EA}" dt="2026-06-22T10:27:18.476" v="74"/>
          <pc:sldLayoutMkLst>
            <pc:docMk/>
            <pc:sldMasterMk cId="63496781" sldId="2147483672"/>
            <pc:sldLayoutMk cId="331793263" sldId="2147483673"/>
          </pc:sldLayoutMkLst>
        </pc:sldLayoutChg>
        <pc:sldLayoutChg chg="setBg">
          <pc:chgData name="Germena Stefania" userId="848a3578-c669-42d9-960b-fb42db2e6943" providerId="ADAL" clId="{0EF7214D-E59F-4D86-9B6A-2134479533EA}" dt="2026-06-22T10:27:18.476" v="74"/>
          <pc:sldLayoutMkLst>
            <pc:docMk/>
            <pc:sldMasterMk cId="63496781" sldId="2147483672"/>
            <pc:sldLayoutMk cId="1944501508" sldId="2147483674"/>
          </pc:sldLayoutMkLst>
        </pc:sldLayoutChg>
        <pc:sldLayoutChg chg="setBg">
          <pc:chgData name="Germena Stefania" userId="848a3578-c669-42d9-960b-fb42db2e6943" providerId="ADAL" clId="{0EF7214D-E59F-4D86-9B6A-2134479533EA}" dt="2026-06-22T10:27:18.476" v="74"/>
          <pc:sldLayoutMkLst>
            <pc:docMk/>
            <pc:sldMasterMk cId="63496781" sldId="2147483672"/>
            <pc:sldLayoutMk cId="2111657886" sldId="2147483675"/>
          </pc:sldLayoutMkLst>
        </pc:sldLayoutChg>
        <pc:sldLayoutChg chg="setBg">
          <pc:chgData name="Germena Stefania" userId="848a3578-c669-42d9-960b-fb42db2e6943" providerId="ADAL" clId="{0EF7214D-E59F-4D86-9B6A-2134479533EA}" dt="2026-06-22T10:27:18.476" v="74"/>
          <pc:sldLayoutMkLst>
            <pc:docMk/>
            <pc:sldMasterMk cId="63496781" sldId="2147483672"/>
            <pc:sldLayoutMk cId="688851615" sldId="2147483676"/>
          </pc:sldLayoutMkLst>
        </pc:sldLayoutChg>
        <pc:sldLayoutChg chg="setBg">
          <pc:chgData name="Germena Stefania" userId="848a3578-c669-42d9-960b-fb42db2e6943" providerId="ADAL" clId="{0EF7214D-E59F-4D86-9B6A-2134479533EA}" dt="2026-06-22T10:27:18.476" v="74"/>
          <pc:sldLayoutMkLst>
            <pc:docMk/>
            <pc:sldMasterMk cId="63496781" sldId="2147483672"/>
            <pc:sldLayoutMk cId="1890391925" sldId="2147483677"/>
          </pc:sldLayoutMkLst>
        </pc:sldLayoutChg>
        <pc:sldLayoutChg chg="setBg">
          <pc:chgData name="Germena Stefania" userId="848a3578-c669-42d9-960b-fb42db2e6943" providerId="ADAL" clId="{0EF7214D-E59F-4D86-9B6A-2134479533EA}" dt="2026-06-22T10:27:18.476" v="74"/>
          <pc:sldLayoutMkLst>
            <pc:docMk/>
            <pc:sldMasterMk cId="63496781" sldId="2147483672"/>
            <pc:sldLayoutMk cId="4133867680" sldId="2147483678"/>
          </pc:sldLayoutMkLst>
        </pc:sldLayoutChg>
        <pc:sldLayoutChg chg="setBg">
          <pc:chgData name="Germena Stefania" userId="848a3578-c669-42d9-960b-fb42db2e6943" providerId="ADAL" clId="{0EF7214D-E59F-4D86-9B6A-2134479533EA}" dt="2026-06-22T10:27:18.476" v="74"/>
          <pc:sldLayoutMkLst>
            <pc:docMk/>
            <pc:sldMasterMk cId="63496781" sldId="2147483672"/>
            <pc:sldLayoutMk cId="2787213177" sldId="2147483679"/>
          </pc:sldLayoutMkLst>
        </pc:sldLayoutChg>
        <pc:sldLayoutChg chg="setBg">
          <pc:chgData name="Germena Stefania" userId="848a3578-c669-42d9-960b-fb42db2e6943" providerId="ADAL" clId="{0EF7214D-E59F-4D86-9B6A-2134479533EA}" dt="2026-06-22T10:27:18.476" v="74"/>
          <pc:sldLayoutMkLst>
            <pc:docMk/>
            <pc:sldMasterMk cId="63496781" sldId="2147483672"/>
            <pc:sldLayoutMk cId="1880545076" sldId="2147483680"/>
          </pc:sldLayoutMkLst>
        </pc:sldLayoutChg>
        <pc:sldLayoutChg chg="setBg">
          <pc:chgData name="Germena Stefania" userId="848a3578-c669-42d9-960b-fb42db2e6943" providerId="ADAL" clId="{0EF7214D-E59F-4D86-9B6A-2134479533EA}" dt="2026-06-22T10:27:18.476" v="74"/>
          <pc:sldLayoutMkLst>
            <pc:docMk/>
            <pc:sldMasterMk cId="63496781" sldId="2147483672"/>
            <pc:sldLayoutMk cId="3299022667" sldId="2147483681"/>
          </pc:sldLayoutMkLst>
        </pc:sldLayoutChg>
        <pc:sldLayoutChg chg="setBg">
          <pc:chgData name="Germena Stefania" userId="848a3578-c669-42d9-960b-fb42db2e6943" providerId="ADAL" clId="{0EF7214D-E59F-4D86-9B6A-2134479533EA}" dt="2026-06-22T10:27:18.476" v="74"/>
          <pc:sldLayoutMkLst>
            <pc:docMk/>
            <pc:sldMasterMk cId="63496781" sldId="2147483672"/>
            <pc:sldLayoutMk cId="1823291026" sldId="2147483682"/>
          </pc:sldLayoutMkLst>
        </pc:sldLayoutChg>
        <pc:sldLayoutChg chg="setBg">
          <pc:chgData name="Germena Stefania" userId="848a3578-c669-42d9-960b-fb42db2e6943" providerId="ADAL" clId="{0EF7214D-E59F-4D86-9B6A-2134479533EA}" dt="2026-06-22T10:27:18.476" v="74"/>
          <pc:sldLayoutMkLst>
            <pc:docMk/>
            <pc:sldMasterMk cId="63496781" sldId="2147483672"/>
            <pc:sldLayoutMk cId="3927943198" sldId="2147483683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C45298-F0CA-4246-8421-46D164DAE67E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FF0CFF-9152-4E06-A957-0F207EBE28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368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48002-315D-49B1-B10F-137139C4BF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4896" y="1122363"/>
            <a:ext cx="7276733" cy="3381398"/>
          </a:xfrm>
        </p:spPr>
        <p:txBody>
          <a:bodyPr anchor="b">
            <a:normAutofit/>
          </a:bodyPr>
          <a:lstStyle>
            <a:lvl1pPr algn="l">
              <a:defRPr sz="4800" cap="none" spc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4535E0-4D9C-4DCA-8569-64503C5DC1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4894" y="4612942"/>
            <a:ext cx="7276733" cy="1181683"/>
          </a:xfrm>
        </p:spPr>
        <p:txBody>
          <a:bodyPr>
            <a:normAutofit/>
          </a:bodyPr>
          <a:lstStyle>
            <a:lvl1pPr marL="0" indent="0" algn="l">
              <a:buNone/>
              <a:defRPr sz="1800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283B68-70CF-4A98-948C-6EA4BD68D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EC2EF9-7F83-4AD3-B3F6-B9D4618D6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1B751B-3464-41CD-B728-A72BB191E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932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BFD42-94A9-4345-AF38-7D562B502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4C458-A63B-4032-B4EC-732DAC188C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855B5-7F2F-408B-800D-92CB34B99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203412-EA6B-43CA-8B3A-F502587CB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46E9EE-F895-4ECE-B4B2-586D65ED8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5015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8193F-AFAD-4A9A-B0EF-530DFB19D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876299"/>
            <a:ext cx="7876722" cy="371316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D1BBE4-9FC1-4F89-B120-1C49D816FD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46170"/>
            <a:ext cx="6781301" cy="1048455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530A6B-E3FD-4920-8128-C263CA1D6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166B85-0649-47DB-AD69-458D8F600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B25931-A293-42E9-BDF5-B2AE121D7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657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5262B-ECD6-47BB-A6F1-92A6033E9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8B8779-51E9-44D1-9F7B-28F3C6D3C4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48474" y="2080517"/>
            <a:ext cx="4970124" cy="39773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9E8BFB-5295-4C5E-9CB1-E276E9D0E5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0899" y="2080517"/>
            <a:ext cx="4970124" cy="39773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5E22BF-1819-4301-B699-EF5A2F4D9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00A2DF-39DE-49C3-A213-3E8423C7A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55D3A8-238B-4A68-A9F9-672D2F060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851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7D468-D010-4225-B024-DCEF543BC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571955"/>
            <a:ext cx="10441236" cy="139835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3D60A0-FCAB-425A-9ECD-94CDE4F472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4926" y="1983242"/>
            <a:ext cx="5007110" cy="814387"/>
          </a:xfrm>
        </p:spPr>
        <p:txBody>
          <a:bodyPr anchor="b">
            <a:normAutofit/>
          </a:bodyPr>
          <a:lstStyle>
            <a:lvl1pPr marL="0" indent="0">
              <a:lnSpc>
                <a:spcPct val="110000"/>
              </a:lnSpc>
              <a:buNone/>
              <a:defRPr sz="2000" b="0" cap="all" spc="14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6F986B-07CB-4FB0-9419-2AAB318B8A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50063" y="2813959"/>
            <a:ext cx="5007110" cy="32439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A9D784-7968-4E8B-B704-E42EE8F187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49255" y="1983242"/>
            <a:ext cx="5031769" cy="814387"/>
          </a:xfrm>
        </p:spPr>
        <p:txBody>
          <a:bodyPr anchor="b">
            <a:normAutofit/>
          </a:bodyPr>
          <a:lstStyle>
            <a:lvl1pPr marL="0" indent="0">
              <a:lnSpc>
                <a:spcPct val="110000"/>
              </a:lnSpc>
              <a:buNone/>
              <a:defRPr sz="2000" b="0" cap="all" spc="14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45754F-08D1-4593-988F-95F0ED1A01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49255" y="2813959"/>
            <a:ext cx="5031769" cy="32439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ED2E61-83B4-4C8F-BBFE-D95920342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80C136-A664-4013-8073-B0C6BDEF8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AE9547-8EE7-461B-9E99-484B11E91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3919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2E667-0EFA-4EE6-8E4D-20805309A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759" y="895440"/>
            <a:ext cx="10138451" cy="1832349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EE4825-BB8C-4567-B407-B4452409D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838892-25DB-4A4E-9D43-6058C45C5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C3DDDA-48EF-4B42-9980-4762AF509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8676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EFA7D9-6801-4DD0-8D7D-505212F46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6FA3EA-1519-4178-AC3A-231A5BAA7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423DBE-6FD6-4D60-8336-7843B4BD3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213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2D9AE-CA1A-4751-9B33-0AC09CE62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996948"/>
            <a:ext cx="3046410" cy="1479551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2400" cap="all" spc="4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DF9941-76E5-42B5-8464-C1A7010D94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0796" y="876300"/>
            <a:ext cx="5758235" cy="5181599"/>
          </a:xfrm>
        </p:spPr>
        <p:txBody>
          <a:bodyPr>
            <a:normAutofit/>
          </a:bodyPr>
          <a:lstStyle>
            <a:lvl1pPr>
              <a:defRPr sz="3600"/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4785D8-F112-415F-9AB4-5F2AC060D1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666144"/>
            <a:ext cx="3046409" cy="319490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70A0B3-4E9C-4FAC-B1D1-2673F7B5A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AA370A-33F5-48A6-962A-47C0F15D4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8AD606-A37D-4697-AA7A-EAE4F101A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44E0B5E-1030-4A34-AB09-05ACB45CE993}"/>
              </a:ext>
            </a:extLst>
          </p:cNvPr>
          <p:cNvCxnSpPr>
            <a:cxnSpLocks/>
          </p:cNvCxnSpPr>
          <p:nvPr/>
        </p:nvCxnSpPr>
        <p:spPr>
          <a:xfrm>
            <a:off x="4610100" y="898989"/>
            <a:ext cx="0" cy="513879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05450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21D4C-0A93-40A6-9645-5EF7DE6C5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989314"/>
            <a:ext cx="3046409" cy="1487185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2400" cap="all" spc="3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2F9455-852F-4604-87D4-801E8D5DB5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34004" y="876300"/>
            <a:ext cx="5943596" cy="51815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842061-B161-4973-9EE4-76D0B73FC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666143"/>
            <a:ext cx="3046409" cy="319490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DCE2E0-050A-4BC2-91DF-7A00811D2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0AB003-B443-4B96-9DD9-4284E7E1E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179DBA-16C0-4FFB-B367-B96169B4B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t>‹#›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9F2BD78-1D6B-4742-9726-75646D91F4AC}"/>
              </a:ext>
            </a:extLst>
          </p:cNvPr>
          <p:cNvCxnSpPr>
            <a:cxnSpLocks/>
          </p:cNvCxnSpPr>
          <p:nvPr/>
        </p:nvCxnSpPr>
        <p:spPr>
          <a:xfrm>
            <a:off x="4610100" y="898989"/>
            <a:ext cx="0" cy="513879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90226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B5731-248B-49C2-93DE-8A3260C9F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D4D5C5-3D5A-4F3D-8A08-7053DACF1F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9E5372-3FC6-4227-B2DD-6CB24E651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C1B1B1-B637-4E46-B64C-F082B54C2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5567AD-4B78-41F6-B814-726D4BD4C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2910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674D5E-67E6-4C23-B80A-0C66B53315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876299"/>
            <a:ext cx="2628900" cy="5181601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FEFF2A-08E8-447D-85C7-7D5A9C422C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876299"/>
            <a:ext cx="773430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40030D-E580-4B0C-B5A8-2C8A094D9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2DCAEB-1B6E-492E-918E-47179AF48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AE4A38-A745-436E-9E33-63B9F81C0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9431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DC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98CBCD-166B-4F97-A6DF-DAA3BF2B2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760" y="876302"/>
            <a:ext cx="10427840" cy="108605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64D6D9-636D-450B-839A-22AE0CED23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9758" y="2065984"/>
            <a:ext cx="10427841" cy="39032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E6CAEC-1EE5-4B71-9646-5C378EEBEF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82838" y="6356350"/>
            <a:ext cx="33613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2"/>
                </a:solidFill>
              </a:defRPr>
            </a:lvl1pPr>
          </a:lstStyle>
          <a:p>
            <a:fld id="{326951E3-958F-4611-B170-D081BA0250F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570EF8-70B2-4AFC-8388-691A146AA7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58748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none" spc="0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F07DC7-D05C-4038-B51A-F00B7B9C99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20400" y="6356350"/>
            <a:ext cx="6176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i="1">
                <a:solidFill>
                  <a:schemeClr val="tx2"/>
                </a:solidFill>
              </a:defRPr>
            </a:lvl1pPr>
          </a:lstStyle>
          <a:p>
            <a:fld id="{57871EFB-7B9E-4E86-A89E-697E8EBB06F2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AD4CCDA-06BF-4D2A-B44F-195AEC0B5B22}"/>
              </a:ext>
            </a:extLst>
          </p:cNvPr>
          <p:cNvCxnSpPr>
            <a:cxnSpLocks/>
          </p:cNvCxnSpPr>
          <p:nvPr/>
        </p:nvCxnSpPr>
        <p:spPr>
          <a:xfrm>
            <a:off x="952498" y="6252722"/>
            <a:ext cx="10325101" cy="0"/>
          </a:xfrm>
          <a:prstGeom prst="line">
            <a:avLst/>
          </a:prstGeom>
          <a:ln w="1079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49678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70000"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274320" indent="0" algn="l" defTabSz="914400" rtl="0" eaLnBrk="1" latinLnBrk="0" hangingPunct="1">
        <a:lnSpc>
          <a:spcPct val="120000"/>
        </a:lnSpc>
        <a:spcBef>
          <a:spcPts val="500"/>
        </a:spcBef>
        <a:buSzPct val="70000"/>
        <a:buFontTx/>
        <a:buNone/>
        <a:defRPr sz="1800" i="1" kern="1200">
          <a:solidFill>
            <a:schemeClr val="tx2"/>
          </a:solidFill>
          <a:latin typeface="+mn-lt"/>
          <a:ea typeface="+mn-ea"/>
          <a:cs typeface="+mn-cs"/>
        </a:defRPr>
      </a:lvl2pPr>
      <a:lvl3pPr marL="502920" indent="-228600" algn="l" defTabSz="914400" rtl="0" eaLnBrk="1" latinLnBrk="0" hangingPunct="1">
        <a:lnSpc>
          <a:spcPct val="120000"/>
        </a:lnSpc>
        <a:spcBef>
          <a:spcPts val="500"/>
        </a:spcBef>
        <a:buSzPct val="70000"/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548640" indent="0" algn="l" defTabSz="914400" rtl="0" eaLnBrk="1" latinLnBrk="0" hangingPunct="1">
        <a:lnSpc>
          <a:spcPct val="120000"/>
        </a:lnSpc>
        <a:spcBef>
          <a:spcPts val="500"/>
        </a:spcBef>
        <a:buSzPct val="70000"/>
        <a:buFont typeface="Arial" panose="020B0604020202020204" pitchFamily="34" charset="0"/>
        <a:buNone/>
        <a:defRPr sz="1600" i="1" kern="1200">
          <a:solidFill>
            <a:schemeClr val="tx2"/>
          </a:solidFill>
          <a:latin typeface="+mn-lt"/>
          <a:ea typeface="+mn-ea"/>
          <a:cs typeface="+mn-cs"/>
        </a:defRPr>
      </a:lvl4pPr>
      <a:lvl5pPr marL="822960" indent="-228600" algn="l" defTabSz="914400" rtl="0" eaLnBrk="1" latinLnBrk="0" hangingPunct="1">
        <a:lnSpc>
          <a:spcPct val="120000"/>
        </a:lnSpc>
        <a:spcBef>
          <a:spcPts val="500"/>
        </a:spcBef>
        <a:buSzPct val="7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AFE2007-CDCF-7E86-9000-4403276A6B17}"/>
              </a:ext>
            </a:extLst>
          </p:cNvPr>
          <p:cNvSpPr txBox="1"/>
          <p:nvPr/>
        </p:nvSpPr>
        <p:spPr>
          <a:xfrm>
            <a:off x="1233380" y="7675758"/>
            <a:ext cx="2970320" cy="98068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algn="ctr">
              <a:spcBef>
                <a:spcPct val="0"/>
              </a:spcBef>
              <a:spcAft>
                <a:spcPts val="600"/>
              </a:spcAft>
            </a:pPr>
            <a:r>
              <a:rPr lang="en-US" sz="9600" b="1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NOx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9E955ED-FD84-FB48-F1F1-000228BBB2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82"/>
          <a:stretch>
            <a:fillRect/>
          </a:stretch>
        </p:blipFill>
        <p:spPr>
          <a:xfrm>
            <a:off x="0" y="0"/>
            <a:ext cx="12192000" cy="588541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DAC23F2-0129-8ACB-4BEE-17246C409233}"/>
              </a:ext>
            </a:extLst>
          </p:cNvPr>
          <p:cNvSpPr/>
          <p:nvPr/>
        </p:nvSpPr>
        <p:spPr>
          <a:xfrm>
            <a:off x="21" y="4819232"/>
            <a:ext cx="12191979" cy="2073469"/>
          </a:xfrm>
          <a:prstGeom prst="rect">
            <a:avLst/>
          </a:prstGeom>
          <a:solidFill>
            <a:srgbClr val="DBDCE0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solidFill>
                <a:srgbClr val="E0E1E5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D6D65D-16A8-A96C-5A52-CC6967B641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69" y="4811940"/>
            <a:ext cx="10447724" cy="1856529"/>
          </a:xfrm>
        </p:spPr>
        <p:txBody>
          <a:bodyPr anchor="b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Multi-Modal Vision Based Tactile Sensor Dataset Creation</a:t>
            </a:r>
            <a:endParaRPr lang="en-ZA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632E6D-FACC-6359-7BA7-416CAE6BDE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006841" y="6308203"/>
            <a:ext cx="3185160" cy="591790"/>
          </a:xfrm>
        </p:spPr>
        <p:txBody>
          <a:bodyPr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en-US" sz="1400" dirty="0">
                <a:solidFill>
                  <a:schemeClr val="bg1"/>
                </a:solidFill>
              </a:rPr>
              <a:t>By Stefania Germena</a:t>
            </a:r>
            <a:endParaRPr lang="en-ZA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143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93088-2C42-9E29-DD80-4784AF49B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034484A1-5C74-259A-EC2D-6C425AD0F2CC}"/>
              </a:ext>
            </a:extLst>
          </p:cNvPr>
          <p:cNvSpPr txBox="1"/>
          <p:nvPr/>
        </p:nvSpPr>
        <p:spPr>
          <a:xfrm>
            <a:off x="-316759" y="152399"/>
            <a:ext cx="5837512" cy="98068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algn="ctr">
              <a:spcBef>
                <a:spcPct val="0"/>
              </a:spcBef>
              <a:spcAft>
                <a:spcPts val="600"/>
              </a:spcAft>
            </a:pPr>
            <a:r>
              <a:rPr lang="en-US" sz="4000" b="1" u="sng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Research Problem: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616EFDF-A35D-0F02-B8C8-519A42AE63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82"/>
          <a:stretch>
            <a:fillRect/>
          </a:stretch>
        </p:blipFill>
        <p:spPr>
          <a:xfrm>
            <a:off x="-14508480" y="0"/>
            <a:ext cx="12192000" cy="588541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6B4B301-EBB0-EC47-56C8-E4CD42CF2890}"/>
              </a:ext>
            </a:extLst>
          </p:cNvPr>
          <p:cNvSpPr/>
          <p:nvPr/>
        </p:nvSpPr>
        <p:spPr>
          <a:xfrm>
            <a:off x="-14508459" y="4819232"/>
            <a:ext cx="12191979" cy="2073469"/>
          </a:xfrm>
          <a:prstGeom prst="rect">
            <a:avLst/>
          </a:prstGeom>
          <a:solidFill>
            <a:srgbClr val="DBDCE0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solidFill>
                <a:srgbClr val="E0E1E5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23A89A7-9990-09D9-BB0F-9948805A56D6}"/>
              </a:ext>
            </a:extLst>
          </p:cNvPr>
          <p:cNvSpPr txBox="1">
            <a:spLocks/>
          </p:cNvSpPr>
          <p:nvPr/>
        </p:nvSpPr>
        <p:spPr>
          <a:xfrm>
            <a:off x="-14356111" y="4811940"/>
            <a:ext cx="10447724" cy="185652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solidFill>
                  <a:schemeClr val="bg1"/>
                </a:solidFill>
              </a:rPr>
              <a:t>Multi-Modal Vision Based Tactile Sensor Dataset Creation</a:t>
            </a:r>
            <a:endParaRPr lang="en-ZA" dirty="0">
              <a:solidFill>
                <a:schemeClr val="bg1"/>
              </a:solidFill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1CB0C5FA-F234-BE02-1795-590716062074}"/>
              </a:ext>
            </a:extLst>
          </p:cNvPr>
          <p:cNvSpPr txBox="1">
            <a:spLocks/>
          </p:cNvSpPr>
          <p:nvPr/>
        </p:nvSpPr>
        <p:spPr>
          <a:xfrm>
            <a:off x="-5501639" y="6308203"/>
            <a:ext cx="3185160" cy="5917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70000"/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7432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70000"/>
              <a:buFontTx/>
              <a:buNone/>
              <a:defRPr sz="1800" i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54864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None/>
              <a:defRPr sz="1600" i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229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10000"/>
              </a:lnSpc>
            </a:pPr>
            <a:r>
              <a:rPr lang="en-US" sz="1400">
                <a:solidFill>
                  <a:schemeClr val="bg1"/>
                </a:solidFill>
              </a:rPr>
              <a:t>By Stefania Germena</a:t>
            </a:r>
            <a:endParaRPr lang="en-ZA" sz="14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DE260B-B953-CCC5-8CA6-FBB21A0C3F3F}"/>
              </a:ext>
            </a:extLst>
          </p:cNvPr>
          <p:cNvSpPr txBox="1"/>
          <p:nvPr/>
        </p:nvSpPr>
        <p:spPr>
          <a:xfrm>
            <a:off x="655318" y="1494530"/>
            <a:ext cx="11109960" cy="10002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Tactile perception is the subjective experience produced by mechanoreceptors in the skin upon contact with a surface. 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To differentiate between materials, the primary distinctions must be </a:t>
            </a:r>
            <a:r>
              <a:rPr lang="en-US" dirty="0" err="1">
                <a:solidFill>
                  <a:schemeClr val="bg1"/>
                </a:solidFill>
                <a:latin typeface="Aptos" panose="020B0004020202020204" pitchFamily="34" charset="0"/>
              </a:rPr>
              <a:t>analysed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:</a:t>
            </a:r>
            <a:endParaRPr lang="en-ZA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656F8F-AD71-2190-7655-876DFDFB6A8B}"/>
              </a:ext>
            </a:extLst>
          </p:cNvPr>
          <p:cNvSpPr txBox="1"/>
          <p:nvPr/>
        </p:nvSpPr>
        <p:spPr>
          <a:xfrm>
            <a:off x="1446835" y="2507800"/>
            <a:ext cx="5521124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surface roughness and material hardness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sliding velocity and applied pressure</a:t>
            </a:r>
            <a:endParaRPr lang="en-ZA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E6C715-4D69-28D1-F05E-69CB264BF655}"/>
              </a:ext>
            </a:extLst>
          </p:cNvPr>
          <p:cNvSpPr txBox="1"/>
          <p:nvPr/>
        </p:nvSpPr>
        <p:spPr>
          <a:xfrm>
            <a:off x="655318" y="3592522"/>
            <a:ext cx="11109959" cy="10002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  <a:latin typeface="Aptos" panose="020B0004020202020204" pitchFamily="34" charset="0"/>
              </a:rPr>
              <a:t>Utilise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 the Daimon sensor to conduct experiments on three distinct materials. 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The collected data will then be fed into a neural network. This research aims to determine if sufficient information was collected to accurately classify materials for a live classification test.</a:t>
            </a:r>
            <a:endParaRPr lang="en-ZA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93AE329-202D-DE0A-CFB8-CA0B76E22839}"/>
              </a:ext>
            </a:extLst>
          </p:cNvPr>
          <p:cNvSpPr txBox="1"/>
          <p:nvPr/>
        </p:nvSpPr>
        <p:spPr>
          <a:xfrm>
            <a:off x="655318" y="5032318"/>
            <a:ext cx="111099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70C0"/>
                </a:solidFill>
                <a:latin typeface="Aptos" panose="020B0004020202020204" pitchFamily="34" charset="0"/>
              </a:rPr>
              <a:t>This research aims to determine if sufficient information was collected to accurately classify materials for a live classification test.</a:t>
            </a:r>
            <a:endParaRPr lang="en-ZA" sz="2000" b="1" dirty="0">
              <a:solidFill>
                <a:srgbClr val="0070C0"/>
              </a:solidFill>
              <a:latin typeface="Aptos" panose="020B00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8C00607-103F-DC7B-853F-EFDA0315E0F2}"/>
              </a:ext>
            </a:extLst>
          </p:cNvPr>
          <p:cNvSpPr txBox="1"/>
          <p:nvPr/>
        </p:nvSpPr>
        <p:spPr>
          <a:xfrm>
            <a:off x="-6154271" y="152399"/>
            <a:ext cx="5837512" cy="98068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algn="ctr">
              <a:spcBef>
                <a:spcPct val="0"/>
              </a:spcBef>
              <a:spcAft>
                <a:spcPts val="600"/>
              </a:spcAft>
            </a:pPr>
            <a:r>
              <a:rPr lang="en-US" sz="4000" b="1" u="sng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State of the Art:</a:t>
            </a:r>
            <a:endParaRPr lang="en-US" sz="4000" b="1" u="sng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839014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 tmFilter="0, 0; .2, .5; .8, .5; 1, 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5" dur="25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6" grpId="0"/>
      <p:bldP spid="8" grpId="0"/>
      <p:bldP spid="13" grpId="0"/>
      <p:bldP spid="13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33">
            <a:extLst>
              <a:ext uri="{FF2B5EF4-FFF2-40B4-BE49-F238E27FC236}">
                <a16:creationId xmlns:a16="http://schemas.microsoft.com/office/drawing/2014/main" id="{8EB92CC4-2F6F-5BE0-F1AA-B3B8206BDC89}"/>
              </a:ext>
            </a:extLst>
          </p:cNvPr>
          <p:cNvSpPr txBox="1"/>
          <p:nvPr/>
        </p:nvSpPr>
        <p:spPr>
          <a:xfrm>
            <a:off x="-316759" y="152399"/>
            <a:ext cx="5837512" cy="98068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algn="ctr">
              <a:spcBef>
                <a:spcPct val="0"/>
              </a:spcBef>
              <a:spcAft>
                <a:spcPts val="600"/>
              </a:spcAft>
            </a:pPr>
            <a:r>
              <a:rPr lang="en-US" sz="4000" b="1" u="sng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State of the Art:</a:t>
            </a:r>
            <a:endParaRPr lang="en-US" sz="4000" b="1" u="sng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8B48740-0378-1DE6-7900-9A2EC0F1BD91}"/>
              </a:ext>
            </a:extLst>
          </p:cNvPr>
          <p:cNvSpPr txBox="1"/>
          <p:nvPr/>
        </p:nvSpPr>
        <p:spPr>
          <a:xfrm>
            <a:off x="0" y="-1477109"/>
            <a:ext cx="5837512" cy="98068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algn="ctr">
              <a:spcBef>
                <a:spcPct val="0"/>
              </a:spcBef>
              <a:spcAft>
                <a:spcPts val="600"/>
              </a:spcAft>
            </a:pPr>
            <a:r>
              <a:rPr lang="en-US" sz="4000" b="1" u="sng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Research Problem: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77015E1-4B9B-8CE2-543C-0163B1803307}"/>
              </a:ext>
            </a:extLst>
          </p:cNvPr>
          <p:cNvSpPr txBox="1"/>
          <p:nvPr/>
        </p:nvSpPr>
        <p:spPr>
          <a:xfrm>
            <a:off x="796589" y="1366897"/>
            <a:ext cx="10081846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ZA" b="1" dirty="0">
                <a:solidFill>
                  <a:srgbClr val="0070C0"/>
                </a:solidFill>
                <a:latin typeface="Aptos" panose="020B0004020202020204" pitchFamily="34" charset="0"/>
              </a:rPr>
              <a:t>Tactile perception </a:t>
            </a: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is explored through bio-inspired sensors linking human perception to robotics.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Correlating mechanoreceptors in human skin with material properties.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Materials classified based on physical qualities like </a:t>
            </a:r>
            <a:r>
              <a:rPr lang="en-ZA" b="1" dirty="0">
                <a:solidFill>
                  <a:srgbClr val="0070C0"/>
                </a:solidFill>
                <a:latin typeface="Aptos" panose="020B0004020202020204" pitchFamily="34" charset="0"/>
              </a:rPr>
              <a:t>surface roughness </a:t>
            </a: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and </a:t>
            </a:r>
            <a:r>
              <a:rPr lang="en-ZA" b="1" dirty="0">
                <a:solidFill>
                  <a:srgbClr val="0070C0"/>
                </a:solidFill>
                <a:latin typeface="Aptos" panose="020B0004020202020204" pitchFamily="34" charset="0"/>
              </a:rPr>
              <a:t>hardness</a:t>
            </a: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Study evaluated </a:t>
            </a:r>
            <a:r>
              <a:rPr lang="en-ZA" b="1" dirty="0">
                <a:solidFill>
                  <a:srgbClr val="0070C0"/>
                </a:solidFill>
                <a:latin typeface="Aptos" panose="020B0004020202020204" pitchFamily="34" charset="0"/>
              </a:rPr>
              <a:t>frictional</a:t>
            </a: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 and </a:t>
            </a:r>
            <a:r>
              <a:rPr lang="en-ZA" b="1" dirty="0">
                <a:solidFill>
                  <a:srgbClr val="0070C0"/>
                </a:solidFill>
                <a:latin typeface="Aptos" panose="020B0004020202020204" pitchFamily="34" charset="0"/>
              </a:rPr>
              <a:t>vibrational</a:t>
            </a: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 effects of an artificial finger.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Findings indicate that simple touch lacks precision; </a:t>
            </a:r>
            <a:r>
              <a:rPr lang="en-ZA" b="1" dirty="0">
                <a:solidFill>
                  <a:srgbClr val="0070C0"/>
                </a:solidFill>
                <a:latin typeface="Aptos" panose="020B0004020202020204" pitchFamily="34" charset="0"/>
              </a:rPr>
              <a:t>sliding motions </a:t>
            </a: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with varied velocities and</a:t>
            </a:r>
            <a:r>
              <a:rPr lang="en-ZA" b="1" dirty="0">
                <a:solidFill>
                  <a:srgbClr val="0070C0"/>
                </a:solidFill>
                <a:latin typeface="Aptos" panose="020B0004020202020204" pitchFamily="34" charset="0"/>
              </a:rPr>
              <a:t> pressures </a:t>
            </a: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improve classification accuracy of materials' attributes</a:t>
            </a:r>
            <a:r>
              <a:rPr lang="en-ZA" dirty="0"/>
              <a:t>.</a:t>
            </a:r>
            <a:endParaRPr lang="en-ZA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620AC75-3CA6-D2B6-72E2-6F615F44CD9F}"/>
              </a:ext>
            </a:extLst>
          </p:cNvPr>
          <p:cNvSpPr txBox="1"/>
          <p:nvPr/>
        </p:nvSpPr>
        <p:spPr>
          <a:xfrm>
            <a:off x="796589" y="3662814"/>
            <a:ext cx="10366711" cy="2693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2.    Using the </a:t>
            </a:r>
            <a:r>
              <a:rPr lang="en-ZA" b="1" dirty="0" err="1">
                <a:solidFill>
                  <a:srgbClr val="0070C0"/>
                </a:solidFill>
                <a:latin typeface="Aptos" panose="020B0004020202020204" pitchFamily="34" charset="0"/>
              </a:rPr>
              <a:t>GelSight</a:t>
            </a:r>
            <a:r>
              <a:rPr lang="en-ZA" b="1" dirty="0">
                <a:solidFill>
                  <a:srgbClr val="0070C0"/>
                </a:solidFill>
                <a:latin typeface="Aptos" panose="020B0004020202020204" pitchFamily="34" charset="0"/>
              </a:rPr>
              <a:t> sensor</a:t>
            </a: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The </a:t>
            </a:r>
            <a:r>
              <a:rPr lang="en-ZA" dirty="0" err="1">
                <a:solidFill>
                  <a:schemeClr val="bg1"/>
                </a:solidFill>
                <a:latin typeface="Aptos" panose="020B0004020202020204" pitchFamily="34" charset="0"/>
              </a:rPr>
              <a:t>GelSight</a:t>
            </a: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 sensor accurately captures fine details of materials, utilizing image processing techniques.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A </a:t>
            </a:r>
            <a:r>
              <a:rPr lang="en-ZA" b="1" dirty="0">
                <a:solidFill>
                  <a:srgbClr val="0070C0"/>
                </a:solidFill>
                <a:latin typeface="Aptos" panose="020B0004020202020204" pitchFamily="34" charset="0"/>
              </a:rPr>
              <a:t>substantial dataset </a:t>
            </a: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has been collected using this sensor, covering a wide range of materials.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Employs image processing and neural networks (NN) for image analysis and training.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Deep learning approaches involve </a:t>
            </a:r>
            <a:r>
              <a:rPr lang="en-ZA" b="1" dirty="0">
                <a:solidFill>
                  <a:srgbClr val="0070C0"/>
                </a:solidFill>
                <a:latin typeface="Aptos" panose="020B0004020202020204" pitchFamily="34" charset="0"/>
              </a:rPr>
              <a:t>pre-trained models </a:t>
            </a: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adjusted for different data types through transfer learning.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Data augmentation techniques used include scaling, cropping, and rotating images.</a:t>
            </a:r>
          </a:p>
        </p:txBody>
      </p:sp>
    </p:spTree>
    <p:extLst>
      <p:ext uri="{BB962C8B-B14F-4D97-AF65-F5344CB8AC3E}">
        <p14:creationId xmlns:p14="http://schemas.microsoft.com/office/powerpoint/2010/main" val="22579673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5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4B6FF-0B52-8A87-4DD7-DEC1FD1E9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33">
            <a:extLst>
              <a:ext uri="{FF2B5EF4-FFF2-40B4-BE49-F238E27FC236}">
                <a16:creationId xmlns:a16="http://schemas.microsoft.com/office/drawing/2014/main" id="{A7A3267A-DB06-69BF-94A5-28F8CC7A2DCF}"/>
              </a:ext>
            </a:extLst>
          </p:cNvPr>
          <p:cNvSpPr txBox="1"/>
          <p:nvPr/>
        </p:nvSpPr>
        <p:spPr>
          <a:xfrm>
            <a:off x="-316759" y="152399"/>
            <a:ext cx="5837512" cy="98068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algn="ctr">
              <a:spcBef>
                <a:spcPct val="0"/>
              </a:spcBef>
              <a:spcAft>
                <a:spcPts val="600"/>
              </a:spcAft>
            </a:pPr>
            <a:r>
              <a:rPr lang="en-US" sz="4000" b="1" u="sng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State of the Art:</a:t>
            </a:r>
            <a:endParaRPr lang="en-US" sz="4000" b="1" u="sng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EBC3FAB-CB99-41ED-2F53-AB52DDDD28C9}"/>
              </a:ext>
            </a:extLst>
          </p:cNvPr>
          <p:cNvSpPr txBox="1"/>
          <p:nvPr/>
        </p:nvSpPr>
        <p:spPr>
          <a:xfrm>
            <a:off x="0" y="-1477109"/>
            <a:ext cx="5837512" cy="98068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algn="ctr">
              <a:spcBef>
                <a:spcPct val="0"/>
              </a:spcBef>
              <a:spcAft>
                <a:spcPts val="600"/>
              </a:spcAft>
            </a:pPr>
            <a:r>
              <a:rPr lang="en-US" sz="4000" b="1" u="sng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Research Problem: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763C528-3676-0B6E-6955-3107453679E5}"/>
              </a:ext>
            </a:extLst>
          </p:cNvPr>
          <p:cNvSpPr txBox="1"/>
          <p:nvPr/>
        </p:nvSpPr>
        <p:spPr>
          <a:xfrm>
            <a:off x="1028700" y="1264591"/>
            <a:ext cx="10081846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ZA" b="1" dirty="0">
                <a:solidFill>
                  <a:srgbClr val="0070C0"/>
                </a:solidFill>
                <a:latin typeface="Aptos" panose="020B0004020202020204" pitchFamily="34" charset="0"/>
              </a:rPr>
              <a:t>Advancement</a:t>
            </a: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 of tactile sensors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Compares different </a:t>
            </a:r>
            <a:r>
              <a:rPr lang="en-ZA" b="1" dirty="0">
                <a:solidFill>
                  <a:srgbClr val="0070C0"/>
                </a:solidFill>
                <a:latin typeface="Aptos" panose="020B0004020202020204" pitchFamily="34" charset="0"/>
              </a:rPr>
              <a:t>manufacturing techniques </a:t>
            </a: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for tactile sensors.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Assesses hardware types, preparation procedures, and sensor cameras.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Evaluates material resilience under prolonged stress.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Discusses the impact of elastic deformation on sensitivity and information acquisition.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464C636-8851-1268-C5BD-86775F2F8510}"/>
              </a:ext>
            </a:extLst>
          </p:cNvPr>
          <p:cNvSpPr txBox="1"/>
          <p:nvPr/>
        </p:nvSpPr>
        <p:spPr>
          <a:xfrm>
            <a:off x="1028700" y="3400425"/>
            <a:ext cx="10366711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2.   The </a:t>
            </a:r>
            <a:r>
              <a:rPr lang="en-ZA" b="1" dirty="0">
                <a:solidFill>
                  <a:srgbClr val="0070C0"/>
                </a:solidFill>
                <a:latin typeface="Aptos" panose="020B0004020202020204" pitchFamily="34" charset="0"/>
              </a:rPr>
              <a:t>operational mechanics </a:t>
            </a: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of the Daimon sensor.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The sensor uses LEDs, a camera, markers, and a flexible elastomer pad for multimodality.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The study contrasts </a:t>
            </a:r>
            <a:r>
              <a:rPr lang="en-ZA" b="1" dirty="0">
                <a:solidFill>
                  <a:srgbClr val="0070C0"/>
                </a:solidFill>
                <a:latin typeface="Aptos" panose="020B0004020202020204" pitchFamily="34" charset="0"/>
              </a:rPr>
              <a:t>marker-based transduction </a:t>
            </a: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with intensity-based transduction technologies.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Key factors discussed include </a:t>
            </a:r>
            <a:r>
              <a:rPr lang="en-ZA" b="1" dirty="0">
                <a:solidFill>
                  <a:srgbClr val="0070C0"/>
                </a:solidFill>
                <a:latin typeface="Aptos" panose="020B0004020202020204" pitchFamily="34" charset="0"/>
              </a:rPr>
              <a:t>compatibility</a:t>
            </a: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 with neural networks, ease of manufacture, and simplicity of structure.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A noted </a:t>
            </a:r>
            <a:r>
              <a:rPr lang="en-ZA" b="1" dirty="0">
                <a:solidFill>
                  <a:srgbClr val="0070C0"/>
                </a:solidFill>
                <a:latin typeface="Aptos" panose="020B0004020202020204" pitchFamily="34" charset="0"/>
              </a:rPr>
              <a:t>drawback</a:t>
            </a: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 is the sensor's </a:t>
            </a:r>
            <a:r>
              <a:rPr lang="en-ZA" b="1" dirty="0">
                <a:solidFill>
                  <a:srgbClr val="0070C0"/>
                </a:solidFill>
                <a:latin typeface="Aptos" panose="020B0004020202020204" pitchFamily="34" charset="0"/>
              </a:rPr>
              <a:t>insensitivity to spatial texture</a:t>
            </a: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360489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5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45051-A82C-8355-32D5-C1C172276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33">
            <a:extLst>
              <a:ext uri="{FF2B5EF4-FFF2-40B4-BE49-F238E27FC236}">
                <a16:creationId xmlns:a16="http://schemas.microsoft.com/office/drawing/2014/main" id="{B0007778-F39D-432B-2C1D-2BDF8454153B}"/>
              </a:ext>
            </a:extLst>
          </p:cNvPr>
          <p:cNvSpPr txBox="1"/>
          <p:nvPr/>
        </p:nvSpPr>
        <p:spPr>
          <a:xfrm>
            <a:off x="-316759" y="152399"/>
            <a:ext cx="5837512" cy="98068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algn="ctr">
              <a:spcBef>
                <a:spcPct val="0"/>
              </a:spcBef>
              <a:spcAft>
                <a:spcPts val="600"/>
              </a:spcAft>
            </a:pPr>
            <a:r>
              <a:rPr lang="en-US" sz="4000" b="1" u="sng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State of the Art:</a:t>
            </a:r>
            <a:endParaRPr lang="en-US" sz="4000" b="1" u="sng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29B4DDB-8C48-7FCF-8AF6-80C404184BD8}"/>
              </a:ext>
            </a:extLst>
          </p:cNvPr>
          <p:cNvSpPr txBox="1"/>
          <p:nvPr/>
        </p:nvSpPr>
        <p:spPr>
          <a:xfrm>
            <a:off x="0" y="-1477109"/>
            <a:ext cx="5837512" cy="98068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algn="ctr">
              <a:spcBef>
                <a:spcPct val="0"/>
              </a:spcBef>
              <a:spcAft>
                <a:spcPts val="600"/>
              </a:spcAft>
            </a:pPr>
            <a:r>
              <a:rPr lang="en-US" sz="4000" b="1" u="sng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Research Problem: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A1F7222-2297-499E-D1DF-3D8806BA5181}"/>
              </a:ext>
            </a:extLst>
          </p:cNvPr>
          <p:cNvSpPr txBox="1"/>
          <p:nvPr/>
        </p:nvSpPr>
        <p:spPr>
          <a:xfrm>
            <a:off x="881216" y="1530062"/>
            <a:ext cx="10081846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Using the </a:t>
            </a:r>
            <a:r>
              <a:rPr lang="en-ZA" b="1" dirty="0">
                <a:solidFill>
                  <a:srgbClr val="0070C0"/>
                </a:solidFill>
                <a:latin typeface="Aptos" panose="020B0004020202020204" pitchFamily="34" charset="0"/>
              </a:rPr>
              <a:t>Daimon sensor</a:t>
            </a: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 for assessing </a:t>
            </a:r>
            <a:r>
              <a:rPr lang="en-ZA" b="1" dirty="0">
                <a:solidFill>
                  <a:srgbClr val="0070C0"/>
                </a:solidFill>
                <a:latin typeface="Aptos" panose="020B0004020202020204" pitchFamily="34" charset="0"/>
              </a:rPr>
              <a:t>fruit ripeness </a:t>
            </a: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in automated agriculture.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The aim was to evaluate the sensor's data reliability and integrate VBTS with conventional </a:t>
            </a:r>
            <a:r>
              <a:rPr lang="en-ZA" b="1" dirty="0">
                <a:solidFill>
                  <a:srgbClr val="0070C0"/>
                </a:solidFill>
                <a:latin typeface="Aptos" panose="020B0004020202020204" pitchFamily="34" charset="0"/>
              </a:rPr>
              <a:t>robotic picking techniques</a:t>
            </a: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Employed to identify object hardness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Normal and shear force maps, and optical flow maps from the Daimon sensor.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Multiple experiments </a:t>
            </a:r>
            <a:r>
              <a:rPr lang="en-ZA" b="1" dirty="0">
                <a:solidFill>
                  <a:srgbClr val="0070C0"/>
                </a:solidFill>
                <a:latin typeface="Aptos" panose="020B0004020202020204" pitchFamily="34" charset="0"/>
              </a:rPr>
              <a:t>ranged</a:t>
            </a: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 from sensitive to firm fruits, showing clearer normal force distinctions with time.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CA8A9-95CC-8A8B-6D60-3CCC36C15E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-1397911" y="6376236"/>
            <a:ext cx="13837328" cy="138373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64892C1-9BB6-211E-4504-94581360B004}"/>
              </a:ext>
            </a:extLst>
          </p:cNvPr>
          <p:cNvSpPr txBox="1"/>
          <p:nvPr/>
        </p:nvSpPr>
        <p:spPr>
          <a:xfrm>
            <a:off x="2918756" y="-2470098"/>
            <a:ext cx="5837512" cy="98068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algn="ctr">
              <a:spcBef>
                <a:spcPct val="0"/>
              </a:spcBef>
              <a:spcAft>
                <a:spcPts val="600"/>
              </a:spcAft>
            </a:pPr>
            <a:r>
              <a:rPr lang="en-US" sz="4000" b="1" u="sng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Research Formulation:</a:t>
            </a:r>
            <a:endParaRPr lang="en-US" sz="4000" b="1" u="sng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5686551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815648B-8ABC-FC37-F734-EA857AD179E1}"/>
              </a:ext>
            </a:extLst>
          </p:cNvPr>
          <p:cNvSpPr txBox="1"/>
          <p:nvPr/>
        </p:nvSpPr>
        <p:spPr>
          <a:xfrm>
            <a:off x="3177244" y="0"/>
            <a:ext cx="5837512" cy="98068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algn="ctr">
              <a:spcBef>
                <a:spcPct val="0"/>
              </a:spcBef>
              <a:spcAft>
                <a:spcPts val="600"/>
              </a:spcAft>
            </a:pPr>
            <a:r>
              <a:rPr lang="en-US" sz="4000" b="1" u="sng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Research Formulation:</a:t>
            </a:r>
            <a:endParaRPr lang="en-US" sz="4000" b="1" u="sng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3F2A3A5-904A-B3E7-A734-D893ACB32A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630680" y="980684"/>
            <a:ext cx="8260080" cy="826008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6A39FDE-C5B0-01D3-1468-C33D28976835}"/>
              </a:ext>
            </a:extLst>
          </p:cNvPr>
          <p:cNvSpPr txBox="1"/>
          <p:nvPr/>
        </p:nvSpPr>
        <p:spPr>
          <a:xfrm>
            <a:off x="-3507904" y="0"/>
            <a:ext cx="2755159" cy="98068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algn="ctr">
              <a:spcBef>
                <a:spcPct val="0"/>
              </a:spcBef>
              <a:spcAft>
                <a:spcPts val="600"/>
              </a:spcAft>
            </a:pPr>
            <a:r>
              <a:rPr lang="en-US" sz="4000" b="1" u="sng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Objectives:</a:t>
            </a:r>
            <a:endParaRPr lang="en-US" sz="4000" b="1" u="sng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6080106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1C504-3485-E76C-7EA9-520EBAE19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33">
            <a:extLst>
              <a:ext uri="{FF2B5EF4-FFF2-40B4-BE49-F238E27FC236}">
                <a16:creationId xmlns:a16="http://schemas.microsoft.com/office/drawing/2014/main" id="{FC38CD62-5C0D-235C-0965-4B9CCDC85FA0}"/>
              </a:ext>
            </a:extLst>
          </p:cNvPr>
          <p:cNvSpPr txBox="1"/>
          <p:nvPr/>
        </p:nvSpPr>
        <p:spPr>
          <a:xfrm>
            <a:off x="881216" y="203199"/>
            <a:ext cx="2755159" cy="98068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algn="ctr">
              <a:spcBef>
                <a:spcPct val="0"/>
              </a:spcBef>
              <a:spcAft>
                <a:spcPts val="600"/>
              </a:spcAft>
            </a:pPr>
            <a:r>
              <a:rPr lang="en-US" sz="4000" b="1" u="sng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Objectives:</a:t>
            </a:r>
            <a:endParaRPr lang="en-US" sz="4000" b="1" u="sng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77515F5-B3A5-7643-6214-FF310F5D1F12}"/>
              </a:ext>
            </a:extLst>
          </p:cNvPr>
          <p:cNvSpPr txBox="1"/>
          <p:nvPr/>
        </p:nvSpPr>
        <p:spPr>
          <a:xfrm>
            <a:off x="881216" y="1560542"/>
            <a:ext cx="10081846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If the Daimon sensor can formulate the materials' </a:t>
            </a:r>
            <a:r>
              <a:rPr lang="en-US" b="1" dirty="0">
                <a:solidFill>
                  <a:srgbClr val="0070C0"/>
                </a:solidFill>
                <a:latin typeface="Aptos" panose="020B0004020202020204" pitchFamily="34" charset="0"/>
              </a:rPr>
              <a:t>"fingerprint" 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Understand the </a:t>
            </a:r>
            <a:r>
              <a:rPr lang="en-US" b="1" dirty="0">
                <a:solidFill>
                  <a:srgbClr val="0070C0"/>
                </a:solidFill>
                <a:latin typeface="Aptos" panose="020B0004020202020204" pitchFamily="34" charset="0"/>
              </a:rPr>
              <a:t>surface roughness 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and material </a:t>
            </a:r>
            <a:r>
              <a:rPr lang="en-US" b="1" dirty="0">
                <a:solidFill>
                  <a:srgbClr val="0070C0"/>
                </a:solidFill>
                <a:latin typeface="Aptos" panose="020B0004020202020204" pitchFamily="34" charset="0"/>
              </a:rPr>
              <a:t>hardness 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of the tested materials.</a:t>
            </a:r>
            <a:endParaRPr lang="en-ZA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D1098F-78D9-6E4D-7086-6B9145AF0410}"/>
              </a:ext>
            </a:extLst>
          </p:cNvPr>
          <p:cNvSpPr txBox="1"/>
          <p:nvPr/>
        </p:nvSpPr>
        <p:spPr>
          <a:xfrm>
            <a:off x="881216" y="2660476"/>
            <a:ext cx="10081846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600"/>
              </a:spcBef>
              <a:buAutoNum type="arabicPeriod" startAt="3"/>
            </a:pPr>
            <a:r>
              <a:rPr lang="en-US" b="1" dirty="0">
                <a:solidFill>
                  <a:srgbClr val="0070C0"/>
                </a:solidFill>
                <a:latin typeface="Aptos" panose="020B0004020202020204" pitchFamily="34" charset="0"/>
              </a:rPr>
              <a:t>How the experiment 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should be conducted which stems from previously states research papers    and how to incorporate tactile perception with VBTS technology.</a:t>
            </a:r>
          </a:p>
          <a:p>
            <a:pPr marL="342900" indent="-342900">
              <a:spcBef>
                <a:spcPts val="600"/>
              </a:spcBef>
              <a:buAutoNum type="arabicPeriod" startAt="3"/>
            </a:pP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Leads to defining constant variables such as the sensor </a:t>
            </a:r>
            <a:r>
              <a:rPr lang="en-US" b="1" dirty="0">
                <a:solidFill>
                  <a:srgbClr val="0070C0"/>
                </a:solidFill>
                <a:latin typeface="Aptos" panose="020B0004020202020204" pitchFamily="34" charset="0"/>
              </a:rPr>
              <a:t>sliding velocity 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and </a:t>
            </a:r>
            <a:r>
              <a:rPr lang="en-US" b="1" dirty="0">
                <a:solidFill>
                  <a:srgbClr val="0070C0"/>
                </a:solidFill>
                <a:latin typeface="Aptos" panose="020B0004020202020204" pitchFamily="34" charset="0"/>
              </a:rPr>
              <a:t>applied pressure 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during the motion across the material for material classification.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4C6162-E6FE-ADAC-2A97-62A6C3167179}"/>
              </a:ext>
            </a:extLst>
          </p:cNvPr>
          <p:cNvSpPr txBox="1"/>
          <p:nvPr/>
        </p:nvSpPr>
        <p:spPr>
          <a:xfrm>
            <a:off x="881216" y="4222968"/>
            <a:ext cx="10081846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600"/>
              </a:spcBef>
              <a:buAutoNum type="arabicPeriod" startAt="5"/>
            </a:pP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Feeding the collected data into a </a:t>
            </a:r>
            <a:r>
              <a:rPr lang="en-US" b="1" dirty="0">
                <a:solidFill>
                  <a:srgbClr val="0070C0"/>
                </a:solidFill>
                <a:latin typeface="Aptos" panose="020B0004020202020204" pitchFamily="34" charset="0"/>
              </a:rPr>
              <a:t>neural network</a:t>
            </a:r>
          </a:p>
          <a:p>
            <a:pPr marL="342900" indent="-342900">
              <a:spcBef>
                <a:spcPts val="600"/>
              </a:spcBef>
              <a:buAutoNum type="arabicPeriod" startAt="5"/>
            </a:pP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Identify if data collected was </a:t>
            </a:r>
            <a:r>
              <a:rPr lang="en-US" b="1" dirty="0">
                <a:solidFill>
                  <a:srgbClr val="0070C0"/>
                </a:solidFill>
                <a:latin typeface="Aptos" panose="020B0004020202020204" pitchFamily="34" charset="0"/>
              </a:rPr>
              <a:t>sufficient to accurately 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classify a tested material.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2079D6A-1B19-7A4D-F731-8D4D091549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3983558" y="7437120"/>
            <a:ext cx="4224884" cy="422488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3DB38A5-3701-C49C-EA59-4D31650A913D}"/>
              </a:ext>
            </a:extLst>
          </p:cNvPr>
          <p:cNvSpPr txBox="1"/>
          <p:nvPr/>
        </p:nvSpPr>
        <p:spPr>
          <a:xfrm>
            <a:off x="3023513" y="-1911019"/>
            <a:ext cx="5470057" cy="98068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algn="ctr">
              <a:spcBef>
                <a:spcPct val="0"/>
              </a:spcBef>
              <a:spcAft>
                <a:spcPts val="600"/>
              </a:spcAft>
            </a:pPr>
            <a:r>
              <a:rPr lang="en-US" sz="4000" b="1" u="sng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Research Formulation:</a:t>
            </a:r>
            <a:endParaRPr lang="en-US" sz="4000" b="1" u="sng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AC7E06F-BDF5-56E0-9DA9-E66E6BA05DA4}"/>
              </a:ext>
            </a:extLst>
          </p:cNvPr>
          <p:cNvSpPr txBox="1"/>
          <p:nvPr/>
        </p:nvSpPr>
        <p:spPr>
          <a:xfrm>
            <a:off x="-3456322" y="203199"/>
            <a:ext cx="2984728" cy="98068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algn="ctr">
              <a:spcBef>
                <a:spcPct val="0"/>
              </a:spcBef>
              <a:spcAft>
                <a:spcPts val="600"/>
              </a:spcAft>
            </a:pPr>
            <a:r>
              <a:rPr lang="en-US" sz="4000" b="1" u="sng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Hypotheses :</a:t>
            </a:r>
            <a:endParaRPr lang="en-US" sz="4000" b="1" u="sng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6017813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" grpId="0"/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92D39-4E1B-9445-C213-6B1614EC5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33">
            <a:extLst>
              <a:ext uri="{FF2B5EF4-FFF2-40B4-BE49-F238E27FC236}">
                <a16:creationId xmlns:a16="http://schemas.microsoft.com/office/drawing/2014/main" id="{B01DA5BA-9D24-8773-D24F-4C3E12893510}"/>
              </a:ext>
            </a:extLst>
          </p:cNvPr>
          <p:cNvSpPr txBox="1"/>
          <p:nvPr/>
        </p:nvSpPr>
        <p:spPr>
          <a:xfrm>
            <a:off x="881216" y="203199"/>
            <a:ext cx="2984728" cy="98068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algn="ctr">
              <a:spcBef>
                <a:spcPct val="0"/>
              </a:spcBef>
              <a:spcAft>
                <a:spcPts val="600"/>
              </a:spcAft>
            </a:pPr>
            <a:r>
              <a:rPr lang="en-US" sz="4000" b="1" u="sng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Hypotheses :</a:t>
            </a:r>
            <a:endParaRPr lang="en-US" sz="4000" b="1" u="sng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3F3E743-6DCE-92F7-E957-21AAF30DDC4D}"/>
              </a:ext>
            </a:extLst>
          </p:cNvPr>
          <p:cNvSpPr txBox="1"/>
          <p:nvPr/>
        </p:nvSpPr>
        <p:spPr>
          <a:xfrm>
            <a:off x="881216" y="1837158"/>
            <a:ext cx="100818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The data collected via the sliding motion will be sufficient for material classification when real-time classification is operated </a:t>
            </a:r>
            <a:r>
              <a:rPr lang="en-US" b="1" dirty="0">
                <a:solidFill>
                  <a:srgbClr val="0070C0"/>
                </a:solidFill>
                <a:latin typeface="Aptos" panose="020B0004020202020204" pitchFamily="34" charset="0"/>
              </a:rPr>
              <a:t>under the same conditions 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as when data were collected. </a:t>
            </a:r>
            <a:endParaRPr lang="en-ZA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55E483-213F-C1AE-9F49-005A8CE68377}"/>
              </a:ext>
            </a:extLst>
          </p:cNvPr>
          <p:cNvSpPr txBox="1"/>
          <p:nvPr/>
        </p:nvSpPr>
        <p:spPr>
          <a:xfrm>
            <a:off x="881216" y="2867843"/>
            <a:ext cx="10081846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600"/>
              </a:spcBef>
              <a:buAutoNum type="arabicPeriod" startAt="2"/>
            </a:pP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The dataset is naturally </a:t>
            </a:r>
            <a:r>
              <a:rPr lang="en-US" b="1" dirty="0">
                <a:solidFill>
                  <a:srgbClr val="0070C0"/>
                </a:solidFill>
                <a:latin typeface="Aptos" panose="020B0004020202020204" pitchFamily="34" charset="0"/>
              </a:rPr>
              <a:t>limited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 for training, as it bounds metal, plastic and rubber classification to these </a:t>
            </a:r>
            <a:r>
              <a:rPr lang="en-US" b="1" dirty="0">
                <a:solidFill>
                  <a:srgbClr val="0070C0"/>
                </a:solidFill>
                <a:latin typeface="Aptos" panose="020B0004020202020204" pitchFamily="34" charset="0"/>
              </a:rPr>
              <a:t>specific objects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. </a:t>
            </a:r>
          </a:p>
          <a:p>
            <a:pPr marL="342900" indent="-342900">
              <a:spcBef>
                <a:spcPts val="600"/>
              </a:spcBef>
              <a:buAutoNum type="arabicPeriod" startAt="2"/>
            </a:pP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This limitation does not cover subtypes of these materials (i.e., the different hardness between ABS and PET), nor does it consider the diverse surface finishes due to manufacturing methods.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0AD60A-EFBB-AA9C-F416-8EA85BB8D2D3}"/>
              </a:ext>
            </a:extLst>
          </p:cNvPr>
          <p:cNvSpPr txBox="1"/>
          <p:nvPr/>
        </p:nvSpPr>
        <p:spPr>
          <a:xfrm>
            <a:off x="881216" y="4529470"/>
            <a:ext cx="94651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 startAt="4"/>
            </a:pP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However, the features fed in the </a:t>
            </a:r>
            <a:r>
              <a:rPr lang="en-US" b="1" dirty="0">
                <a:solidFill>
                  <a:srgbClr val="0070C0"/>
                </a:solidFill>
                <a:latin typeface="Aptos" panose="020B0004020202020204" pitchFamily="34" charset="0"/>
              </a:rPr>
              <a:t>neural network 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will be </a:t>
            </a:r>
            <a:r>
              <a:rPr lang="en-US" b="1" dirty="0">
                <a:solidFill>
                  <a:srgbClr val="0070C0"/>
                </a:solidFill>
                <a:latin typeface="Aptos" panose="020B0004020202020204" pitchFamily="34" charset="0"/>
              </a:rPr>
              <a:t>sufficient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 enough to differentiate the chosen materials. </a:t>
            </a:r>
            <a:endParaRPr lang="en-ZA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42C4A7-21F6-E679-A521-3ED90E4EDD9F}"/>
              </a:ext>
            </a:extLst>
          </p:cNvPr>
          <p:cNvSpPr txBox="1"/>
          <p:nvPr/>
        </p:nvSpPr>
        <p:spPr>
          <a:xfrm>
            <a:off x="881216" y="-1594464"/>
            <a:ext cx="2755159" cy="98068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algn="ctr">
              <a:spcBef>
                <a:spcPct val="0"/>
              </a:spcBef>
              <a:spcAft>
                <a:spcPts val="600"/>
              </a:spcAft>
            </a:pPr>
            <a:r>
              <a:rPr lang="en-US" sz="4000" b="1" u="sng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Objectives:</a:t>
            </a:r>
            <a:endParaRPr lang="en-US" sz="4000" b="1" u="sng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000198-3F45-8949-22AE-87941B883316}"/>
              </a:ext>
            </a:extLst>
          </p:cNvPr>
          <p:cNvSpPr txBox="1"/>
          <p:nvPr/>
        </p:nvSpPr>
        <p:spPr>
          <a:xfrm>
            <a:off x="-3904144" y="203199"/>
            <a:ext cx="3389842" cy="98068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algn="ctr">
              <a:spcBef>
                <a:spcPct val="0"/>
              </a:spcBef>
              <a:spcAft>
                <a:spcPts val="600"/>
              </a:spcAft>
            </a:pPr>
            <a:r>
              <a:rPr lang="en-US" sz="4000" b="1" u="sng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Methodology :</a:t>
            </a:r>
            <a:endParaRPr lang="en-US" sz="4000" b="1" u="sng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5945059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" grpId="0"/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6FAA2-5188-D92B-D762-44939E855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33">
            <a:extLst>
              <a:ext uri="{FF2B5EF4-FFF2-40B4-BE49-F238E27FC236}">
                <a16:creationId xmlns:a16="http://schemas.microsoft.com/office/drawing/2014/main" id="{AA555CF6-2F02-F946-0D8F-28CDF8C4D778}"/>
              </a:ext>
            </a:extLst>
          </p:cNvPr>
          <p:cNvSpPr txBox="1"/>
          <p:nvPr/>
        </p:nvSpPr>
        <p:spPr>
          <a:xfrm>
            <a:off x="881216" y="203199"/>
            <a:ext cx="3389842" cy="98068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algn="ctr">
              <a:spcBef>
                <a:spcPct val="0"/>
              </a:spcBef>
              <a:spcAft>
                <a:spcPts val="600"/>
              </a:spcAft>
            </a:pPr>
            <a:r>
              <a:rPr lang="en-US" sz="4000" b="1" u="sng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Methodology :</a:t>
            </a:r>
            <a:endParaRPr lang="en-US" sz="4000" b="1" u="sng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558B374-5C6B-5075-570B-F49F9FF38EBC}"/>
              </a:ext>
            </a:extLst>
          </p:cNvPr>
          <p:cNvSpPr txBox="1"/>
          <p:nvPr/>
        </p:nvSpPr>
        <p:spPr>
          <a:xfrm>
            <a:off x="817944" y="1598965"/>
            <a:ext cx="10081846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The experiments conducted will incorporate the information on </a:t>
            </a:r>
            <a:r>
              <a:rPr lang="en-US" b="1" dirty="0">
                <a:solidFill>
                  <a:srgbClr val="0070C0"/>
                </a:solidFill>
                <a:latin typeface="Aptos" panose="020B0004020202020204" pitchFamily="34" charset="0"/>
              </a:rPr>
              <a:t>tangential 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and </a:t>
            </a:r>
            <a:r>
              <a:rPr lang="en-US" b="1" dirty="0">
                <a:solidFill>
                  <a:srgbClr val="0070C0"/>
                </a:solidFill>
                <a:latin typeface="Aptos" panose="020B0004020202020204" pitchFamily="34" charset="0"/>
              </a:rPr>
              <a:t>normal deformation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 (from the Daimon sensor), the </a:t>
            </a:r>
            <a:r>
              <a:rPr lang="en-US" b="1" dirty="0">
                <a:solidFill>
                  <a:srgbClr val="0070C0"/>
                </a:solidFill>
                <a:latin typeface="Aptos" panose="020B0004020202020204" pitchFamily="34" charset="0"/>
              </a:rPr>
              <a:t>rate of tangential deformation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, and the </a:t>
            </a:r>
            <a:r>
              <a:rPr lang="en-US" b="1" dirty="0">
                <a:solidFill>
                  <a:srgbClr val="0070C0"/>
                </a:solidFill>
                <a:latin typeface="Aptos" panose="020B0004020202020204" pitchFamily="34" charset="0"/>
              </a:rPr>
              <a:t>rate of depth deformation. 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b="1" dirty="0">
                <a:solidFill>
                  <a:srgbClr val="0070C0"/>
                </a:solidFill>
                <a:latin typeface="Aptos" panose="020B0004020202020204" pitchFamily="34" charset="0"/>
              </a:rPr>
              <a:t>Three different materials 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were tested: plastic, rubber, metal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918D9D-61DB-B26A-CB8F-CB822782194B}"/>
              </a:ext>
            </a:extLst>
          </p:cNvPr>
          <p:cNvSpPr txBox="1"/>
          <p:nvPr/>
        </p:nvSpPr>
        <p:spPr>
          <a:xfrm>
            <a:off x="881216" y="-1543665"/>
            <a:ext cx="2984728" cy="98068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algn="ctr">
              <a:spcBef>
                <a:spcPct val="0"/>
              </a:spcBef>
              <a:spcAft>
                <a:spcPts val="600"/>
              </a:spcAft>
            </a:pPr>
            <a:r>
              <a:rPr lang="en-US" sz="4000" b="1" u="sng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Hypotheses :</a:t>
            </a:r>
            <a:endParaRPr lang="en-US" sz="4000" b="1" u="sng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30EDFB-C5F6-32F9-BFCA-A492E9755E74}"/>
              </a:ext>
            </a:extLst>
          </p:cNvPr>
          <p:cNvSpPr txBox="1"/>
          <p:nvPr/>
        </p:nvSpPr>
        <p:spPr>
          <a:xfrm>
            <a:off x="817944" y="3007649"/>
            <a:ext cx="9870376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buAutoNum type="arabicPeriod" startAt="3"/>
            </a:pP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Sixty </a:t>
            </a:r>
            <a:r>
              <a:rPr lang="en-US" b="1" dirty="0">
                <a:solidFill>
                  <a:srgbClr val="0070C0"/>
                </a:solidFill>
                <a:latin typeface="Aptos" panose="020B0004020202020204" pitchFamily="34" charset="0"/>
              </a:rPr>
              <a:t>repetitive swiping 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actions, the object's orientation will be changed with respect to the sensor. </a:t>
            </a:r>
          </a:p>
          <a:p>
            <a:pPr marL="342900" indent="-342900">
              <a:spcBef>
                <a:spcPts val="600"/>
              </a:spcBef>
              <a:buAutoNum type="arabicPeriod" startAt="3"/>
            </a:pP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To ensure repeatability of every swipe, </a:t>
            </a:r>
            <a:r>
              <a:rPr lang="en-US" b="1" dirty="0">
                <a:solidFill>
                  <a:srgbClr val="0070C0"/>
                </a:solidFill>
                <a:latin typeface="Aptos" panose="020B0004020202020204" pitchFamily="34" charset="0"/>
              </a:rPr>
              <a:t>Baxter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, manufactured by Rethink Robotics, has been used to conduct the experiments.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E692BB-B56D-8F89-FC5E-509F101C3327}"/>
              </a:ext>
            </a:extLst>
          </p:cNvPr>
          <p:cNvSpPr txBox="1"/>
          <p:nvPr/>
        </p:nvSpPr>
        <p:spPr>
          <a:xfrm>
            <a:off x="885204" y="4416333"/>
            <a:ext cx="9870376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buAutoNum type="arabicPeriod" startAt="5"/>
            </a:pP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The results collected are fed into a time series transformer, where </a:t>
            </a:r>
            <a:r>
              <a:rPr lang="en-US" b="1" dirty="0">
                <a:solidFill>
                  <a:srgbClr val="0070C0"/>
                </a:solidFill>
                <a:latin typeface="Aptos" panose="020B0004020202020204" pitchFamily="34" charset="0"/>
              </a:rPr>
              <a:t>16%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 of datasets were used for </a:t>
            </a:r>
            <a:r>
              <a:rPr lang="en-US" b="1" dirty="0">
                <a:solidFill>
                  <a:srgbClr val="0070C0"/>
                </a:solidFill>
                <a:latin typeface="Aptos" panose="020B0004020202020204" pitchFamily="34" charset="0"/>
              </a:rPr>
              <a:t>testing 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while </a:t>
            </a:r>
            <a:r>
              <a:rPr lang="en-US" b="1" dirty="0">
                <a:solidFill>
                  <a:srgbClr val="0070C0"/>
                </a:solidFill>
                <a:latin typeface="Aptos" panose="020B0004020202020204" pitchFamily="34" charset="0"/>
              </a:rPr>
              <a:t>44% 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were used for </a:t>
            </a:r>
            <a:r>
              <a:rPr lang="en-US" b="1" dirty="0">
                <a:solidFill>
                  <a:srgbClr val="0070C0"/>
                </a:solidFill>
                <a:latin typeface="Aptos" panose="020B0004020202020204" pitchFamily="34" charset="0"/>
              </a:rPr>
              <a:t>training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. </a:t>
            </a:r>
          </a:p>
          <a:p>
            <a:pPr marL="342900" indent="-342900">
              <a:spcBef>
                <a:spcPts val="600"/>
              </a:spcBef>
              <a:buAutoNum type="arabicPeriod" startAt="5"/>
            </a:pP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To verify the adequacy of the datasets for training, a </a:t>
            </a:r>
            <a:r>
              <a:rPr lang="en-US" b="1" dirty="0">
                <a:solidFill>
                  <a:srgbClr val="0070C0"/>
                </a:solidFill>
                <a:latin typeface="Aptos" panose="020B0004020202020204" pitchFamily="34" charset="0"/>
              </a:rPr>
              <a:t>"live classification" 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script was developed to evaluate the Daimon sensor's real-time capability to accurately identify the material.</a:t>
            </a:r>
            <a:endParaRPr lang="en-ZA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E0BEAEF-034F-B2EF-EAA1-A772EA06E4E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482" t="14193" r="28975" b="10783"/>
          <a:stretch>
            <a:fillRect/>
          </a:stretch>
        </p:blipFill>
        <p:spPr>
          <a:xfrm flipH="1">
            <a:off x="-7589522" y="-934098"/>
            <a:ext cx="7239001" cy="817097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AE17730-32BA-7071-9797-ACFAF40408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836" t="13459" r="27239" b="14501"/>
          <a:stretch>
            <a:fillRect/>
          </a:stretch>
        </p:blipFill>
        <p:spPr>
          <a:xfrm>
            <a:off x="12428275" y="-1207104"/>
            <a:ext cx="6909241" cy="7791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4173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8" grpId="0"/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63FE9-4E78-6517-D01C-107BEF981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CAF326-4CDB-04BC-7898-C60883707016}"/>
              </a:ext>
            </a:extLst>
          </p:cNvPr>
          <p:cNvSpPr txBox="1"/>
          <p:nvPr/>
        </p:nvSpPr>
        <p:spPr>
          <a:xfrm>
            <a:off x="881216" y="-1457961"/>
            <a:ext cx="3389842" cy="98068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algn="ctr">
              <a:spcBef>
                <a:spcPct val="0"/>
              </a:spcBef>
              <a:spcAft>
                <a:spcPts val="600"/>
              </a:spcAft>
            </a:pPr>
            <a:r>
              <a:rPr lang="en-US" sz="4000" b="1" u="sng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Methodology :</a:t>
            </a:r>
            <a:endParaRPr lang="en-US" sz="4000" b="1" u="sng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768B83-693F-8A9A-9D9D-1F8E1A432DD0}"/>
              </a:ext>
            </a:extLst>
          </p:cNvPr>
          <p:cNvSpPr txBox="1"/>
          <p:nvPr/>
        </p:nvSpPr>
        <p:spPr>
          <a:xfrm>
            <a:off x="5198768" y="2278501"/>
            <a:ext cx="24536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Results:</a:t>
            </a:r>
            <a:endParaRPr lang="en-ZA" sz="4000" b="1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9DB6E7-8417-D861-F3DE-E86B7F9F48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836" t="13459" r="27239" b="14501"/>
          <a:stretch>
            <a:fillRect/>
          </a:stretch>
        </p:blipFill>
        <p:spPr>
          <a:xfrm>
            <a:off x="7761018" y="609599"/>
            <a:ext cx="4892040" cy="551688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11B1083-D933-5137-BBBD-2CBA0C76D0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482" t="14193" r="28975" b="10783"/>
          <a:stretch>
            <a:fillRect/>
          </a:stretch>
        </p:blipFill>
        <p:spPr>
          <a:xfrm flipH="1">
            <a:off x="-1" y="609599"/>
            <a:ext cx="5090160" cy="5745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9351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C227D-A3C3-2F3B-964B-10D338566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32BD1C9-964A-C596-E707-FADAC2397DC5}"/>
              </a:ext>
            </a:extLst>
          </p:cNvPr>
          <p:cNvSpPr txBox="1"/>
          <p:nvPr/>
        </p:nvSpPr>
        <p:spPr>
          <a:xfrm>
            <a:off x="790891" y="332470"/>
            <a:ext cx="24536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Results:</a:t>
            </a:r>
            <a:endParaRPr lang="en-ZA" sz="4000" b="1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50B6FD3-4460-B31B-5DF3-C875DF2997C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836" t="13459" r="27239" b="14501"/>
          <a:stretch>
            <a:fillRect/>
          </a:stretch>
        </p:blipFill>
        <p:spPr>
          <a:xfrm>
            <a:off x="13857018" y="1600133"/>
            <a:ext cx="2784446" cy="314009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75F6900-11F3-8C8F-7BE7-D36AB24ED6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482" t="14193" r="28975" b="10783"/>
          <a:stretch>
            <a:fillRect/>
          </a:stretch>
        </p:blipFill>
        <p:spPr>
          <a:xfrm flipH="1">
            <a:off x="-4234364" y="1995853"/>
            <a:ext cx="2431353" cy="274437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B3A12CC-9E55-7B4C-2EC8-4ED518F27C3C}"/>
              </a:ext>
            </a:extLst>
          </p:cNvPr>
          <p:cNvSpPr txBox="1"/>
          <p:nvPr/>
        </p:nvSpPr>
        <p:spPr>
          <a:xfrm>
            <a:off x="807303" y="1794610"/>
            <a:ext cx="104394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  <a:cs typeface="Aparajita" panose="020B0502040204020203" pitchFamily="18" charset="0"/>
              </a:rPr>
              <a:t>The data obtained reflect the </a:t>
            </a:r>
            <a:r>
              <a:rPr lang="en-ZA" b="1" dirty="0">
                <a:solidFill>
                  <a:srgbClr val="0070C0"/>
                </a:solidFill>
                <a:latin typeface="Aptos" panose="020B0004020202020204" pitchFamily="34" charset="0"/>
                <a:cs typeface="Aparajita" panose="020B0502040204020203" pitchFamily="18" charset="0"/>
              </a:rPr>
              <a:t>sensor's response </a:t>
            </a: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  <a:cs typeface="Aparajita" panose="020B0502040204020203" pitchFamily="18" charset="0"/>
              </a:rPr>
              <a:t>to various materials. The effect is influenced by the direction of the </a:t>
            </a:r>
            <a:r>
              <a:rPr lang="en-ZA" b="1" dirty="0">
                <a:solidFill>
                  <a:srgbClr val="0070C0"/>
                </a:solidFill>
                <a:latin typeface="Aptos" panose="020B0004020202020204" pitchFamily="34" charset="0"/>
                <a:cs typeface="Aparajita" panose="020B0502040204020203" pitchFamily="18" charset="0"/>
              </a:rPr>
              <a:t>applied motion</a:t>
            </a: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  <a:cs typeface="Aparajita" panose="020B0502040204020203" pitchFamily="18" charset="0"/>
              </a:rPr>
              <a:t>, the magnitude of the </a:t>
            </a:r>
            <a:r>
              <a:rPr lang="en-ZA" b="1" dirty="0">
                <a:solidFill>
                  <a:srgbClr val="0070C0"/>
                </a:solidFill>
                <a:latin typeface="Aptos" panose="020B0004020202020204" pitchFamily="34" charset="0"/>
                <a:cs typeface="Aparajita" panose="020B0502040204020203" pitchFamily="18" charset="0"/>
              </a:rPr>
              <a:t>pressure exerted</a:t>
            </a: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  <a:cs typeface="Aparajita" panose="020B0502040204020203" pitchFamily="18" charset="0"/>
              </a:rPr>
              <a:t>, and the </a:t>
            </a:r>
            <a:r>
              <a:rPr lang="en-ZA" b="1" dirty="0">
                <a:solidFill>
                  <a:srgbClr val="0070C0"/>
                </a:solidFill>
                <a:latin typeface="Aptos" panose="020B0004020202020204" pitchFamily="34" charset="0"/>
                <a:cs typeface="Aparajita" panose="020B0502040204020203" pitchFamily="18" charset="0"/>
              </a:rPr>
              <a:t>surface</a:t>
            </a: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  <a:cs typeface="Aparajita" panose="020B0502040204020203" pitchFamily="18" charset="0"/>
              </a:rPr>
              <a:t> </a:t>
            </a:r>
            <a:r>
              <a:rPr lang="en-ZA" b="1" dirty="0">
                <a:solidFill>
                  <a:srgbClr val="0070C0"/>
                </a:solidFill>
                <a:latin typeface="Aptos" panose="020B0004020202020204" pitchFamily="34" charset="0"/>
                <a:cs typeface="Aparajita" panose="020B0502040204020203" pitchFamily="18" charset="0"/>
              </a:rPr>
              <a:t>roughness</a:t>
            </a: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  <a:cs typeface="Aparajita" panose="020B0502040204020203" pitchFamily="18" charset="0"/>
              </a:rPr>
              <a:t> and </a:t>
            </a:r>
            <a:r>
              <a:rPr lang="en-ZA" b="1" dirty="0">
                <a:solidFill>
                  <a:srgbClr val="0070C0"/>
                </a:solidFill>
                <a:latin typeface="Aptos" panose="020B0004020202020204" pitchFamily="34" charset="0"/>
                <a:cs typeface="Aparajita" panose="020B0502040204020203" pitchFamily="18" charset="0"/>
              </a:rPr>
              <a:t>hardness</a:t>
            </a: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  <a:cs typeface="Aparajita" panose="020B0502040204020203" pitchFamily="18" charset="0"/>
              </a:rPr>
              <a:t> of the material's.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1D14F5-090F-2C2D-2B59-59631B18EA93}"/>
              </a:ext>
            </a:extLst>
          </p:cNvPr>
          <p:cNvSpPr txBox="1"/>
          <p:nvPr/>
        </p:nvSpPr>
        <p:spPr>
          <a:xfrm>
            <a:off x="872112" y="2967335"/>
            <a:ext cx="10439400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buAutoNum type="arabicPeriod" startAt="2"/>
            </a:pPr>
            <a:r>
              <a:rPr lang="en-US" b="1" dirty="0">
                <a:solidFill>
                  <a:srgbClr val="0070C0"/>
                </a:solidFill>
                <a:latin typeface="Aptos" panose="020B0004020202020204" pitchFamily="34" charset="0"/>
                <a:cs typeface="Aparajita" panose="020B0502040204020203" pitchFamily="18" charset="0"/>
              </a:rPr>
              <a:t>Shear velocity 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  <a:cs typeface="Aparajita" panose="020B0502040204020203" pitchFamily="18" charset="0"/>
              </a:rPr>
              <a:t>is the slippage of the sensors.</a:t>
            </a:r>
          </a:p>
          <a:p>
            <a:pPr marL="342900" indent="-342900">
              <a:spcBef>
                <a:spcPts val="600"/>
              </a:spcBef>
              <a:buAutoNum type="arabicPeriod" startAt="2"/>
            </a:pPr>
            <a:r>
              <a:rPr lang="en-US" b="1" dirty="0">
                <a:solidFill>
                  <a:srgbClr val="0070C0"/>
                </a:solidFill>
                <a:latin typeface="Aptos" panose="020B0004020202020204" pitchFamily="34" charset="0"/>
                <a:cs typeface="Aparajita" panose="020B0502040204020203" pitchFamily="18" charset="0"/>
              </a:rPr>
              <a:t>Depth velocity 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  <a:cs typeface="Aparajita" panose="020B0502040204020203" pitchFamily="18" charset="0"/>
              </a:rPr>
              <a:t>indicates the point at which the material exhibits </a:t>
            </a:r>
            <a:r>
              <a:rPr lang="en-US" b="1" dirty="0">
                <a:solidFill>
                  <a:srgbClr val="0070C0"/>
                </a:solidFill>
                <a:latin typeface="Aptos" panose="020B0004020202020204" pitchFamily="34" charset="0"/>
                <a:cs typeface="Aparajita" panose="020B0502040204020203" pitchFamily="18" charset="0"/>
              </a:rPr>
              <a:t>reduced influence 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  <a:cs typeface="Aparajita" panose="020B0502040204020203" pitchFamily="18" charset="0"/>
              </a:rPr>
              <a:t>on the sensor, resulting in the </a:t>
            </a:r>
            <a:r>
              <a:rPr lang="en-US" b="1" dirty="0">
                <a:solidFill>
                  <a:srgbClr val="0070C0"/>
                </a:solidFill>
                <a:latin typeface="Aptos" panose="020B0004020202020204" pitchFamily="34" charset="0"/>
                <a:cs typeface="Aparajita" panose="020B0502040204020203" pitchFamily="18" charset="0"/>
              </a:rPr>
              <a:t>deformation of the object 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  <a:cs typeface="Aparajita" panose="020B0502040204020203" pitchFamily="18" charset="0"/>
              </a:rPr>
              <a:t>rather than the elastomer pad.</a:t>
            </a:r>
          </a:p>
          <a:p>
            <a:pPr marL="342900" indent="-342900">
              <a:spcBef>
                <a:spcPts val="600"/>
              </a:spcBef>
              <a:buAutoNum type="arabicPeriod" startAt="2"/>
            </a:pP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  <a:cs typeface="Aparajita" panose="020B0502040204020203" pitchFamily="18" charset="0"/>
              </a:rPr>
              <a:t>A </a:t>
            </a:r>
            <a:r>
              <a:rPr lang="en-US" b="1" dirty="0">
                <a:solidFill>
                  <a:srgbClr val="0070C0"/>
                </a:solidFill>
                <a:latin typeface="Aptos" panose="020B0004020202020204" pitchFamily="34" charset="0"/>
                <a:cs typeface="Aparajita" panose="020B0502040204020203" pitchFamily="18" charset="0"/>
              </a:rPr>
              <a:t>stick-slip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  <a:cs typeface="Aparajita" panose="020B0502040204020203" pitchFamily="18" charset="0"/>
              </a:rPr>
              <a:t> mechanism is also evaluated</a:t>
            </a:r>
            <a:endParaRPr lang="en-ZA" dirty="0">
              <a:solidFill>
                <a:schemeClr val="bg1"/>
              </a:solidFill>
              <a:latin typeface="Aptos" panose="020B0004020202020204" pitchFamily="34" charset="0"/>
              <a:cs typeface="Aparajita" panose="020B0502040204020203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B4FB80-98A0-B5E0-6192-5385B3736EB5}"/>
              </a:ext>
            </a:extLst>
          </p:cNvPr>
          <p:cNvSpPr txBox="1"/>
          <p:nvPr/>
        </p:nvSpPr>
        <p:spPr>
          <a:xfrm>
            <a:off x="811491" y="4570947"/>
            <a:ext cx="1043521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 startAt="5"/>
            </a:pP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To sustain </a:t>
            </a:r>
            <a:r>
              <a:rPr lang="en-ZA" b="1" dirty="0">
                <a:solidFill>
                  <a:srgbClr val="0070C0"/>
                </a:solidFill>
                <a:latin typeface="Aptos" panose="020B0004020202020204" pitchFamily="34" charset="0"/>
              </a:rPr>
              <a:t>continuous motion and applied pressure </a:t>
            </a: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from Baxter, the object was </a:t>
            </a:r>
            <a:r>
              <a:rPr lang="en-ZA" b="1" dirty="0">
                <a:solidFill>
                  <a:srgbClr val="0070C0"/>
                </a:solidFill>
                <a:latin typeface="Aptos" panose="020B0004020202020204" pitchFamily="34" charset="0"/>
              </a:rPr>
              <a:t>rotated</a:t>
            </a: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 while maintaining Baxter's fixed location. This method produced varying </a:t>
            </a:r>
            <a:r>
              <a:rPr lang="en-ZA" b="1" dirty="0">
                <a:solidFill>
                  <a:srgbClr val="0070C0"/>
                </a:solidFill>
                <a:latin typeface="Aptos" panose="020B0004020202020204" pitchFamily="34" charset="0"/>
              </a:rPr>
              <a:t>contact surfaces</a:t>
            </a: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, particularly for plastic due to its irregular shape.</a:t>
            </a:r>
          </a:p>
          <a:p>
            <a:endParaRPr lang="en-ZA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57435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8D546CF-B02C-C87D-BF37-E6BF72C1707B}"/>
              </a:ext>
            </a:extLst>
          </p:cNvPr>
          <p:cNvSpPr txBox="1"/>
          <p:nvPr/>
        </p:nvSpPr>
        <p:spPr>
          <a:xfrm>
            <a:off x="768022" y="1266577"/>
            <a:ext cx="36591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Results: Plastic</a:t>
            </a:r>
            <a:endParaRPr lang="en-ZA" sz="4000" b="1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4DCA2CF-66FE-7F9B-754E-1927421E25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5234" y="0"/>
            <a:ext cx="6996766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9379BDC-2A04-72F4-5AD5-ABB5C07E21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99171"/>
            <a:ext cx="5195234" cy="3258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6661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27263-E23E-A081-9184-28C144095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F7CF7D7-2B92-2635-7025-70E6B30409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95234" y="0"/>
            <a:ext cx="6996766" cy="685799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A0D6950-E861-103F-FBDE-488D3F45D3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99171"/>
            <a:ext cx="5195234" cy="325882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05A95BC-263D-6835-FBA8-1D2571254BC6}"/>
              </a:ext>
            </a:extLst>
          </p:cNvPr>
          <p:cNvSpPr txBox="1"/>
          <p:nvPr/>
        </p:nvSpPr>
        <p:spPr>
          <a:xfrm>
            <a:off x="768022" y="1266577"/>
            <a:ext cx="36591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Results: Plastic</a:t>
            </a:r>
            <a:endParaRPr lang="en-ZA" sz="4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49539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C53E1-585F-574D-A13F-29CD2B254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CB90011-3F29-A11C-C812-1D466B10FC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95234" y="0"/>
            <a:ext cx="6996766" cy="68579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CFABD1C-0D5D-7B73-01C4-E922FA9BF7F8}"/>
              </a:ext>
            </a:extLst>
          </p:cNvPr>
          <p:cNvSpPr txBox="1"/>
          <p:nvPr/>
        </p:nvSpPr>
        <p:spPr>
          <a:xfrm>
            <a:off x="768022" y="1266577"/>
            <a:ext cx="36591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Results: Plastic</a:t>
            </a:r>
            <a:endParaRPr lang="en-ZA" sz="4000" b="1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A068B8-9277-42E8-7723-263F8722A8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99171"/>
            <a:ext cx="5195234" cy="3258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1181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04A5F-D73D-69A0-69A2-D2D020805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FD5C220-5A99-4A53-12FE-4691EF7484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95234" y="0"/>
            <a:ext cx="6996766" cy="68579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0EDBB0C-F617-E9E0-47B5-55BCC96C2AE0}"/>
              </a:ext>
            </a:extLst>
          </p:cNvPr>
          <p:cNvSpPr txBox="1"/>
          <p:nvPr/>
        </p:nvSpPr>
        <p:spPr>
          <a:xfrm>
            <a:off x="768022" y="1266577"/>
            <a:ext cx="36591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Results: Plastic</a:t>
            </a:r>
            <a:endParaRPr lang="en-ZA" sz="4000" b="1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016526-D944-0219-B981-67DD113102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99171"/>
            <a:ext cx="5195234" cy="3258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8895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811F1-0F89-01C9-6648-6EB35FB52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04EA3C3-7133-5D71-DE43-6442BF15B365}"/>
              </a:ext>
            </a:extLst>
          </p:cNvPr>
          <p:cNvSpPr txBox="1"/>
          <p:nvPr/>
        </p:nvSpPr>
        <p:spPr>
          <a:xfrm>
            <a:off x="790890" y="332470"/>
            <a:ext cx="36591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Results: Plastic</a:t>
            </a:r>
            <a:endParaRPr lang="en-ZA" sz="4000" b="1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4089A6-6267-4F73-6EB9-6AE51D939628}"/>
              </a:ext>
            </a:extLst>
          </p:cNvPr>
          <p:cNvSpPr txBox="1"/>
          <p:nvPr/>
        </p:nvSpPr>
        <p:spPr>
          <a:xfrm>
            <a:off x="790890" y="1467869"/>
            <a:ext cx="10439400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  <a:cs typeface="Aparajita" panose="020B0502040204020203" pitchFamily="18" charset="0"/>
              </a:rPr>
              <a:t>The </a:t>
            </a:r>
            <a:r>
              <a:rPr lang="en-US" b="1" dirty="0">
                <a:solidFill>
                  <a:srgbClr val="0070C0"/>
                </a:solidFill>
                <a:latin typeface="Aptos" panose="020B0004020202020204" pitchFamily="34" charset="0"/>
                <a:cs typeface="Aparajita" panose="020B0502040204020203" pitchFamily="18" charset="0"/>
              </a:rPr>
              <a:t>irregular shape 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  <a:cs typeface="Aparajita" panose="020B0502040204020203" pitchFamily="18" charset="0"/>
              </a:rPr>
              <a:t>and contact surface area of the plastic object subjected it to different conditions. 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  <a:cs typeface="Aparajita" panose="020B0502040204020203" pitchFamily="18" charset="0"/>
              </a:rPr>
              <a:t>As illustrated in the figure and the "Plastic up" graph, the contact area was less than in the "Plastic down" graph; the difference is indicated by the </a:t>
            </a:r>
            <a:r>
              <a:rPr lang="en-US" b="1" dirty="0">
                <a:solidFill>
                  <a:srgbClr val="0070C0"/>
                </a:solidFill>
                <a:latin typeface="Aptos" panose="020B0004020202020204" pitchFamily="34" charset="0"/>
                <a:cs typeface="Aparajita" panose="020B0502040204020203" pitchFamily="18" charset="0"/>
              </a:rPr>
              <a:t>higher number of pixels per mm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  <a:cs typeface="Aparajita" panose="020B0502040204020203" pitchFamily="18" charset="0"/>
              </a:rPr>
              <a:t>.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1A79927-895A-6D67-F7CE-78331E199BF6}"/>
              </a:ext>
            </a:extLst>
          </p:cNvPr>
          <p:cNvSpPr txBox="1"/>
          <p:nvPr/>
        </p:nvSpPr>
        <p:spPr>
          <a:xfrm>
            <a:off x="790890" y="3010127"/>
            <a:ext cx="10439400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buFont typeface="+mj-lt"/>
              <a:buAutoNum type="arabicPeriod" startAt="3"/>
            </a:pP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  <a:cs typeface="Aparajita" panose="020B0502040204020203" pitchFamily="18" charset="0"/>
              </a:rPr>
              <a:t>The "plastic left" graph and "plastic right" graphs show </a:t>
            </a:r>
            <a:r>
              <a:rPr lang="en-US" b="1" dirty="0">
                <a:solidFill>
                  <a:srgbClr val="0070C0"/>
                </a:solidFill>
                <a:latin typeface="Aptos" panose="020B0004020202020204" pitchFamily="34" charset="0"/>
                <a:cs typeface="Aparajita" panose="020B0502040204020203" pitchFamily="18" charset="0"/>
              </a:rPr>
              <a:t>longer contact 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  <a:cs typeface="Aparajita" panose="020B0502040204020203" pitchFamily="18" charset="0"/>
              </a:rPr>
              <a:t>with the surface of the object. This data correlates with the illustration of the direction of motion.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 startAt="3"/>
            </a:pP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  <a:cs typeface="Aparajita" panose="020B0502040204020203" pitchFamily="18" charset="0"/>
              </a:rPr>
              <a:t>The increased depth, caused by the sensor being </a:t>
            </a:r>
            <a:r>
              <a:rPr lang="en-US" b="1" dirty="0">
                <a:solidFill>
                  <a:srgbClr val="0070C0"/>
                </a:solidFill>
                <a:latin typeface="Aptos" panose="020B0004020202020204" pitchFamily="34" charset="0"/>
                <a:cs typeface="Aparajita" panose="020B0502040204020203" pitchFamily="18" charset="0"/>
              </a:rPr>
              <a:t>pushed into the object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  <a:cs typeface="Aparajita" panose="020B0502040204020203" pitchFamily="18" charset="0"/>
              </a:rPr>
              <a:t>, also affected the tangential deformation.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6657CB-151B-1A63-4B0A-2A1B339F3ADA}"/>
              </a:ext>
            </a:extLst>
          </p:cNvPr>
          <p:cNvSpPr txBox="1"/>
          <p:nvPr/>
        </p:nvSpPr>
        <p:spPr>
          <a:xfrm>
            <a:off x="790890" y="4552385"/>
            <a:ext cx="10439400" cy="1000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buFont typeface="+mj-lt"/>
              <a:buAutoNum type="arabicPeriod" startAt="5"/>
            </a:pP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  <a:cs typeface="Aparajita" panose="020B0502040204020203" pitchFamily="18" charset="0"/>
              </a:rPr>
              <a:t>It is observed that sliding along the plastic material from the "right" direction resulted in a greater </a:t>
            </a:r>
            <a:r>
              <a:rPr lang="en-US" b="1" dirty="0">
                <a:solidFill>
                  <a:srgbClr val="0070C0"/>
                </a:solidFill>
                <a:latin typeface="Aptos" panose="020B0004020202020204" pitchFamily="34" charset="0"/>
                <a:cs typeface="Aparajita" panose="020B0502040204020203" pitchFamily="18" charset="0"/>
              </a:rPr>
              <a:t>stick-slip effect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  <a:cs typeface="Aparajita" panose="020B0502040204020203" pitchFamily="18" charset="0"/>
              </a:rPr>
              <a:t>. 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 startAt="5"/>
            </a:pP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  <a:cs typeface="Aparajita" panose="020B0502040204020203" pitchFamily="18" charset="0"/>
              </a:rPr>
              <a:t>The profiles of all the graphs are quite similar, but at varying scales. </a:t>
            </a:r>
            <a:endParaRPr lang="en-ZA" dirty="0">
              <a:solidFill>
                <a:schemeClr val="bg1"/>
              </a:solidFill>
              <a:latin typeface="Aptos" panose="020B0004020202020204" pitchFamily="34" charset="0"/>
              <a:cs typeface="Aparajita" panose="020B050204020402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37579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" grpId="0"/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DB568-C19E-527C-43B3-F3A07E1C8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D191301-C08C-A710-CA5E-B3065FC125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95234" y="0"/>
            <a:ext cx="6996765" cy="685799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F69F848-8B2A-D889-08E3-AD09C4A5BB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5400000">
            <a:off x="179271" y="1842039"/>
            <a:ext cx="4777105" cy="52548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851C0B9-E81D-73EA-A0DB-D64C29AC71B5}"/>
              </a:ext>
            </a:extLst>
          </p:cNvPr>
          <p:cNvSpPr txBox="1"/>
          <p:nvPr/>
        </p:nvSpPr>
        <p:spPr>
          <a:xfrm>
            <a:off x="839142" y="686505"/>
            <a:ext cx="36591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Results: Metal</a:t>
            </a:r>
            <a:endParaRPr lang="en-ZA" sz="4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60371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6CAFD-4206-0E80-325B-C11DE0166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B9702C8-95AB-F44C-1922-D979EAF5ED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95234" y="0"/>
            <a:ext cx="6996765" cy="685799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CFF56F0-C22C-B745-9FA3-2AC22E7A13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5400000">
            <a:off x="179271" y="1842039"/>
            <a:ext cx="4777105" cy="525481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4D78546-41CD-9737-E31D-FB64CAC7A2A3}"/>
              </a:ext>
            </a:extLst>
          </p:cNvPr>
          <p:cNvSpPr txBox="1"/>
          <p:nvPr/>
        </p:nvSpPr>
        <p:spPr>
          <a:xfrm>
            <a:off x="839142" y="686505"/>
            <a:ext cx="36591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Results: Metal</a:t>
            </a:r>
            <a:endParaRPr lang="en-ZA" sz="4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48464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3EA21F-E07D-A376-216A-EE99BE213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6C23477-9B49-0F35-40D9-9B3A3596A4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95234" y="0"/>
            <a:ext cx="6996765" cy="685799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1B450E6-7855-0EA4-FE48-0BFF77E86F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5400000">
            <a:off x="179271" y="1842039"/>
            <a:ext cx="4777105" cy="52548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FF3F3C9-1648-7E6B-67BE-6FF36D49239A}"/>
              </a:ext>
            </a:extLst>
          </p:cNvPr>
          <p:cNvSpPr txBox="1"/>
          <p:nvPr/>
        </p:nvSpPr>
        <p:spPr>
          <a:xfrm>
            <a:off x="839142" y="686505"/>
            <a:ext cx="36591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Results: Metal</a:t>
            </a:r>
            <a:endParaRPr lang="en-ZA" sz="4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38059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1899E-C4FF-3C93-2EAE-DA1A68624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747B090-0B1B-DB94-8F4E-76DC478766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95234" y="0"/>
            <a:ext cx="6996765" cy="685799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8A29467-4A0E-5920-44C2-91205F83E3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5400000">
            <a:off x="179271" y="1842039"/>
            <a:ext cx="4777105" cy="52548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E51CB88-EDD2-E87F-7CF1-574A029890D1}"/>
              </a:ext>
            </a:extLst>
          </p:cNvPr>
          <p:cNvSpPr txBox="1"/>
          <p:nvPr/>
        </p:nvSpPr>
        <p:spPr>
          <a:xfrm>
            <a:off x="839142" y="686505"/>
            <a:ext cx="36591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Results: Metal</a:t>
            </a:r>
            <a:endParaRPr lang="en-ZA" sz="4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74855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483270-279F-01AD-71C0-45CB8B6CD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FA0BCF3-87E4-B9D6-CAE6-CBF8C364FBFD}"/>
              </a:ext>
            </a:extLst>
          </p:cNvPr>
          <p:cNvSpPr txBox="1"/>
          <p:nvPr/>
        </p:nvSpPr>
        <p:spPr>
          <a:xfrm>
            <a:off x="790890" y="332470"/>
            <a:ext cx="36591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Results: Metal</a:t>
            </a:r>
            <a:endParaRPr lang="en-ZA" sz="4000" b="1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D4C42B-A0D8-600B-A8F0-2C1A13047B17}"/>
              </a:ext>
            </a:extLst>
          </p:cNvPr>
          <p:cNvSpPr txBox="1"/>
          <p:nvPr/>
        </p:nvSpPr>
        <p:spPr>
          <a:xfrm>
            <a:off x="790890" y="3429000"/>
            <a:ext cx="10439400" cy="1000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buAutoNum type="arabicPeriod" startAt="3"/>
            </a:pP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The sensor's movement over </a:t>
            </a:r>
            <a:r>
              <a:rPr lang="en-ZA" b="1" dirty="0">
                <a:solidFill>
                  <a:srgbClr val="0070C0"/>
                </a:solidFill>
                <a:latin typeface="Aptos" panose="020B0004020202020204" pitchFamily="34" charset="0"/>
              </a:rPr>
              <a:t>holes affected the depth </a:t>
            </a: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and depth velocity graphs</a:t>
            </a:r>
          </a:p>
          <a:p>
            <a:pPr marL="342900" indent="-342900">
              <a:spcBef>
                <a:spcPts val="600"/>
              </a:spcBef>
              <a:buAutoNum type="arabicPeriod" startAt="3"/>
            </a:pP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The spaced shear velocity suggests </a:t>
            </a:r>
            <a:r>
              <a:rPr lang="en-ZA" b="1" dirty="0">
                <a:solidFill>
                  <a:srgbClr val="0070C0"/>
                </a:solidFill>
                <a:latin typeface="Aptos" panose="020B0004020202020204" pitchFamily="34" charset="0"/>
              </a:rPr>
              <a:t>less slippage </a:t>
            </a: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of the sensor, correlating with the metal's surface roughness.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A24E13-EF03-B83D-2E05-B61F6B30EC3E}"/>
              </a:ext>
            </a:extLst>
          </p:cNvPr>
          <p:cNvSpPr txBox="1"/>
          <p:nvPr/>
        </p:nvSpPr>
        <p:spPr>
          <a:xfrm>
            <a:off x="790890" y="1971941"/>
            <a:ext cx="10439400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The "metal up" and "metal down" graphs exhibit similar results, indicating </a:t>
            </a:r>
            <a:r>
              <a:rPr lang="en-ZA" b="1" dirty="0">
                <a:solidFill>
                  <a:srgbClr val="0070C0"/>
                </a:solidFill>
                <a:latin typeface="Aptos" panose="020B0004020202020204" pitchFamily="34" charset="0"/>
              </a:rPr>
              <a:t>homogenous metal grains</a:t>
            </a: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. 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In contrast, the "metal left" and "metal right" graphs show differences, likely due </a:t>
            </a:r>
            <a:r>
              <a:rPr lang="en-ZA" b="1" dirty="0">
                <a:solidFill>
                  <a:srgbClr val="0070C0"/>
                </a:solidFill>
                <a:latin typeface="Aptos" panose="020B0004020202020204" pitchFamily="34" charset="0"/>
              </a:rPr>
              <a:t>to higher pressure </a:t>
            </a: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during the "metal left" test, reflected in </a:t>
            </a:r>
            <a:r>
              <a:rPr lang="en-ZA" b="1" dirty="0">
                <a:solidFill>
                  <a:srgbClr val="0070C0"/>
                </a:solidFill>
                <a:latin typeface="Aptos" panose="020B0004020202020204" pitchFamily="34" charset="0"/>
              </a:rPr>
              <a:t>greater effects </a:t>
            </a: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on depth, shear, and shear velocity.</a:t>
            </a:r>
          </a:p>
        </p:txBody>
      </p:sp>
    </p:spTree>
    <p:extLst>
      <p:ext uri="{BB962C8B-B14F-4D97-AF65-F5344CB8AC3E}">
        <p14:creationId xmlns:p14="http://schemas.microsoft.com/office/powerpoint/2010/main" val="3589040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3CE1F-7BBB-2A71-6AD6-8C19EC0EE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A992AC8-FD61-58D9-8B71-59D6F07DB7FC}"/>
              </a:ext>
            </a:extLst>
          </p:cNvPr>
          <p:cNvSpPr txBox="1"/>
          <p:nvPr/>
        </p:nvSpPr>
        <p:spPr>
          <a:xfrm>
            <a:off x="601325" y="376354"/>
            <a:ext cx="36591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Results: Rubber</a:t>
            </a:r>
            <a:endParaRPr lang="en-ZA" sz="4000" b="1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2C23657-38A7-7535-9D16-0845C8186C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95234" y="0"/>
            <a:ext cx="6996764" cy="6857998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89BE9494-396E-0844-5C04-F711B5A7D5F4}"/>
              </a:ext>
            </a:extLst>
          </p:cNvPr>
          <p:cNvGrpSpPr/>
          <p:nvPr/>
        </p:nvGrpSpPr>
        <p:grpSpPr>
          <a:xfrm>
            <a:off x="0" y="1460594"/>
            <a:ext cx="5195234" cy="5397406"/>
            <a:chOff x="0" y="1460594"/>
            <a:chExt cx="5195234" cy="5397406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A78B2C35-D9C7-6FA0-FFE4-EE2A44C82FD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190" t="8593" r="55330" b="10348"/>
            <a:stretch>
              <a:fillRect/>
            </a:stretch>
          </p:blipFill>
          <p:spPr>
            <a:xfrm>
              <a:off x="0" y="4114602"/>
              <a:ext cx="2976880" cy="274339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183858F-2C0A-76C3-B595-EEAB69631B5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667" t="10430" r="4917" b="9193"/>
            <a:stretch>
              <a:fillRect/>
            </a:stretch>
          </p:blipFill>
          <p:spPr>
            <a:xfrm>
              <a:off x="2218354" y="1460594"/>
              <a:ext cx="2976880" cy="265400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13849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99FC3-894F-155F-20F0-7982F9999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4840FD8-61F9-C1ED-CF6F-4A3225873F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95234" y="0"/>
            <a:ext cx="6996764" cy="6857998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2E6C0BC7-CCFE-523F-EAB8-D32DC02076A5}"/>
              </a:ext>
            </a:extLst>
          </p:cNvPr>
          <p:cNvGrpSpPr/>
          <p:nvPr/>
        </p:nvGrpSpPr>
        <p:grpSpPr>
          <a:xfrm>
            <a:off x="0" y="1460594"/>
            <a:ext cx="5195234" cy="5397406"/>
            <a:chOff x="0" y="1460594"/>
            <a:chExt cx="5195234" cy="5397406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D8C0E779-F3A0-4E9E-7EFE-99FE604CCC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190" t="8593" r="55330" b="10348"/>
            <a:stretch>
              <a:fillRect/>
            </a:stretch>
          </p:blipFill>
          <p:spPr>
            <a:xfrm>
              <a:off x="0" y="4114602"/>
              <a:ext cx="2976880" cy="2743398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A0C25766-A4DE-63D4-D04F-1CC2A3A52B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667" t="10430" r="4917" b="9193"/>
            <a:stretch>
              <a:fillRect/>
            </a:stretch>
          </p:blipFill>
          <p:spPr>
            <a:xfrm>
              <a:off x="2218354" y="1460594"/>
              <a:ext cx="2976880" cy="2654008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08F61859-6548-8C48-8EB6-4DA448F2784A}"/>
              </a:ext>
            </a:extLst>
          </p:cNvPr>
          <p:cNvSpPr txBox="1"/>
          <p:nvPr/>
        </p:nvSpPr>
        <p:spPr>
          <a:xfrm>
            <a:off x="601325" y="376354"/>
            <a:ext cx="36591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Results: Rubber</a:t>
            </a:r>
            <a:endParaRPr lang="en-ZA" sz="4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24080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75DE09-A2CF-1BC3-AA51-90BBBBC7E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BD7854E-7237-9479-C50E-FB298AE682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95234" y="0"/>
            <a:ext cx="6996764" cy="6857998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121A49C6-A583-5A47-F323-7D78FFC8B498}"/>
              </a:ext>
            </a:extLst>
          </p:cNvPr>
          <p:cNvGrpSpPr/>
          <p:nvPr/>
        </p:nvGrpSpPr>
        <p:grpSpPr>
          <a:xfrm>
            <a:off x="0" y="1460594"/>
            <a:ext cx="5195234" cy="5397406"/>
            <a:chOff x="0" y="1460594"/>
            <a:chExt cx="5195234" cy="5397406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E7ABE675-2FA3-64F5-902A-F634CFECEC3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190" t="8593" r="55330" b="10348"/>
            <a:stretch>
              <a:fillRect/>
            </a:stretch>
          </p:blipFill>
          <p:spPr>
            <a:xfrm>
              <a:off x="0" y="4114602"/>
              <a:ext cx="2976880" cy="2743398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FB7705C3-778C-CF2A-C275-B1CBC83D062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667" t="10430" r="4917" b="9193"/>
            <a:stretch>
              <a:fillRect/>
            </a:stretch>
          </p:blipFill>
          <p:spPr>
            <a:xfrm>
              <a:off x="2218354" y="1460594"/>
              <a:ext cx="2976880" cy="2654008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CA3A03BE-3ABD-982B-AEF5-93CE388843E6}"/>
              </a:ext>
            </a:extLst>
          </p:cNvPr>
          <p:cNvSpPr txBox="1"/>
          <p:nvPr/>
        </p:nvSpPr>
        <p:spPr>
          <a:xfrm>
            <a:off x="601325" y="376354"/>
            <a:ext cx="36591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Results: Rubber</a:t>
            </a:r>
            <a:endParaRPr lang="en-ZA" sz="4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27013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D98450-3E94-8310-2A38-7708B49E4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CA264F8-8081-887D-347D-A421BA39DF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95234" y="0"/>
            <a:ext cx="6996764" cy="6857998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AFB8084F-2397-AF27-8D87-DFC46E2CC2F4}"/>
              </a:ext>
            </a:extLst>
          </p:cNvPr>
          <p:cNvGrpSpPr/>
          <p:nvPr/>
        </p:nvGrpSpPr>
        <p:grpSpPr>
          <a:xfrm>
            <a:off x="0" y="1460594"/>
            <a:ext cx="5195234" cy="5397406"/>
            <a:chOff x="0" y="1460594"/>
            <a:chExt cx="5195234" cy="5397406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0FCAB97-0950-E4E1-61E8-15845989EC9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190" t="8593" r="55330" b="10348"/>
            <a:stretch>
              <a:fillRect/>
            </a:stretch>
          </p:blipFill>
          <p:spPr>
            <a:xfrm>
              <a:off x="0" y="4114602"/>
              <a:ext cx="2976880" cy="2743398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A9657C9F-6456-C0E6-FA7B-F992E5E795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667" t="10430" r="4917" b="9193"/>
            <a:stretch>
              <a:fillRect/>
            </a:stretch>
          </p:blipFill>
          <p:spPr>
            <a:xfrm>
              <a:off x="2218354" y="1460594"/>
              <a:ext cx="2976880" cy="2654008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E2ECCFE3-B339-4E43-119D-2342E6266518}"/>
              </a:ext>
            </a:extLst>
          </p:cNvPr>
          <p:cNvSpPr txBox="1"/>
          <p:nvPr/>
        </p:nvSpPr>
        <p:spPr>
          <a:xfrm>
            <a:off x="601325" y="376354"/>
            <a:ext cx="36591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Results: Rubber</a:t>
            </a:r>
            <a:endParaRPr lang="en-ZA" sz="4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95579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B10FD-C0D8-9A78-3BF8-9914F0394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E674A06-C4D7-ED15-68F3-B3BFFE30FC21}"/>
              </a:ext>
            </a:extLst>
          </p:cNvPr>
          <p:cNvSpPr txBox="1"/>
          <p:nvPr/>
        </p:nvSpPr>
        <p:spPr>
          <a:xfrm>
            <a:off x="790890" y="332470"/>
            <a:ext cx="36591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Results: Rubber</a:t>
            </a:r>
            <a:endParaRPr lang="en-ZA" sz="4000" b="1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BB94A3-F644-C30F-5B2D-4B22FB57F6DB}"/>
              </a:ext>
            </a:extLst>
          </p:cNvPr>
          <p:cNvSpPr txBox="1"/>
          <p:nvPr/>
        </p:nvSpPr>
        <p:spPr>
          <a:xfrm>
            <a:off x="790890" y="1757122"/>
            <a:ext cx="10439400" cy="1000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The analysis reveals that different graphs illustrate variations in </a:t>
            </a:r>
            <a:r>
              <a:rPr lang="en-ZA" b="1" dirty="0">
                <a:solidFill>
                  <a:srgbClr val="0070C0"/>
                </a:solidFill>
                <a:latin typeface="Aptos" panose="020B0004020202020204" pitchFamily="34" charset="0"/>
              </a:rPr>
              <a:t>texture across multiple axes</a:t>
            </a: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. 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The primary factor affecting material hardness is the </a:t>
            </a:r>
            <a:r>
              <a:rPr lang="en-ZA" b="1" dirty="0">
                <a:solidFill>
                  <a:srgbClr val="0070C0"/>
                </a:solidFill>
                <a:latin typeface="Aptos" panose="020B0004020202020204" pitchFamily="34" charset="0"/>
              </a:rPr>
              <a:t>depth of velocity graphs</a:t>
            </a: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; this distinguishes metal from plastic, as the rubber ball's influence on the sensor diminishes during swiping.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72CCC3F-8A31-54F1-052C-C182128AAB40}"/>
              </a:ext>
            </a:extLst>
          </p:cNvPr>
          <p:cNvSpPr txBox="1"/>
          <p:nvPr/>
        </p:nvSpPr>
        <p:spPr>
          <a:xfrm>
            <a:off x="790890" y="3112996"/>
            <a:ext cx="10439400" cy="1831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buAutoNum type="arabicPeriod" startAt="3"/>
            </a:pP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Additionally, shear-graph contact pixels show a marked increase for plastic and metal under greater contact pressure, evident in the "spikes" on their graphs. In </a:t>
            </a:r>
            <a:r>
              <a:rPr lang="en-ZA" b="1" dirty="0">
                <a:solidFill>
                  <a:srgbClr val="0070C0"/>
                </a:solidFill>
                <a:latin typeface="Aptos" panose="020B0004020202020204" pitchFamily="34" charset="0"/>
              </a:rPr>
              <a:t>contrast</a:t>
            </a: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, the </a:t>
            </a:r>
            <a:r>
              <a:rPr lang="en-ZA" b="1" dirty="0">
                <a:solidFill>
                  <a:srgbClr val="0070C0"/>
                </a:solidFill>
                <a:latin typeface="Aptos" panose="020B0004020202020204" pitchFamily="34" charset="0"/>
              </a:rPr>
              <a:t>shear graph </a:t>
            </a: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for rubber is more curved, reflecting the </a:t>
            </a:r>
            <a:r>
              <a:rPr lang="en-ZA" b="1" dirty="0">
                <a:solidFill>
                  <a:srgbClr val="0070C0"/>
                </a:solidFill>
                <a:latin typeface="Aptos" panose="020B0004020202020204" pitchFamily="34" charset="0"/>
              </a:rPr>
              <a:t>ball's deformation</a:t>
            </a: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. </a:t>
            </a:r>
          </a:p>
          <a:p>
            <a:pPr marL="342900" indent="-342900">
              <a:spcBef>
                <a:spcPts val="600"/>
              </a:spcBef>
              <a:buAutoNum type="arabicPeriod" startAt="3"/>
            </a:pP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Slippage, as indicated by tangential velocity graphs, </a:t>
            </a:r>
            <a:r>
              <a:rPr lang="en-ZA" b="1" dirty="0">
                <a:solidFill>
                  <a:srgbClr val="0070C0"/>
                </a:solidFill>
                <a:latin typeface="Aptos" panose="020B0004020202020204" pitchFamily="34" charset="0"/>
              </a:rPr>
              <a:t>behaves differently for elastomers </a:t>
            </a: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compared to rigid materials, showing that the sensor's elastomer did not experience a </a:t>
            </a:r>
            <a:r>
              <a:rPr lang="en-ZA" b="1" dirty="0">
                <a:solidFill>
                  <a:srgbClr val="0070C0"/>
                </a:solidFill>
                <a:latin typeface="Aptos" panose="020B0004020202020204" pitchFamily="34" charset="0"/>
              </a:rPr>
              <a:t>"stick-slip" </a:t>
            </a: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phenomenon as </a:t>
            </a:r>
            <a:r>
              <a:rPr lang="en-ZA" b="1" dirty="0">
                <a:solidFill>
                  <a:srgbClr val="0070C0"/>
                </a:solidFill>
                <a:latin typeface="Aptos" panose="020B0004020202020204" pitchFamily="34" charset="0"/>
              </a:rPr>
              <a:t>often as with metal and plastic</a:t>
            </a: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038983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68740CB-5FDE-F3E2-B0D4-94935D5F4286}"/>
              </a:ext>
            </a:extLst>
          </p:cNvPr>
          <p:cNvSpPr txBox="1"/>
          <p:nvPr/>
        </p:nvSpPr>
        <p:spPr>
          <a:xfrm>
            <a:off x="756165" y="332470"/>
            <a:ext cx="40241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Neural Network</a:t>
            </a:r>
            <a:endParaRPr lang="en-ZA" sz="4000" b="1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FBC9E86-6F36-E8D8-DE0B-F19D6EECCB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7028" y="1592723"/>
            <a:ext cx="8437944" cy="3845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176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114E3-1629-9F9C-0815-7B011FE1C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F20382E-2222-D0D4-CF3E-7CCEEE983C0B}"/>
              </a:ext>
            </a:extLst>
          </p:cNvPr>
          <p:cNvSpPr txBox="1"/>
          <p:nvPr/>
        </p:nvSpPr>
        <p:spPr>
          <a:xfrm>
            <a:off x="756165" y="332470"/>
            <a:ext cx="40241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Neural Network</a:t>
            </a:r>
            <a:endParaRPr lang="en-ZA" sz="4000" b="1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3A7F276-8E6E-662A-343B-7E8AC75A4A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5877" y="1168998"/>
            <a:ext cx="5844974" cy="5087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11275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28778-D8F3-3510-79D9-823E176D0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7CF0F6F-0317-290C-4109-500E394873C6}"/>
              </a:ext>
            </a:extLst>
          </p:cNvPr>
          <p:cNvSpPr txBox="1"/>
          <p:nvPr/>
        </p:nvSpPr>
        <p:spPr>
          <a:xfrm>
            <a:off x="756165" y="332470"/>
            <a:ext cx="40241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Neural Network</a:t>
            </a:r>
            <a:endParaRPr lang="en-ZA" sz="4000" b="1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B5F955A-E30E-48B8-8990-4195AB341A75}"/>
              </a:ext>
            </a:extLst>
          </p:cNvPr>
          <p:cNvSpPr txBox="1"/>
          <p:nvPr/>
        </p:nvSpPr>
        <p:spPr>
          <a:xfrm>
            <a:off x="806369" y="2219244"/>
            <a:ext cx="10579261" cy="2262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The data were processed using a </a:t>
            </a:r>
            <a:r>
              <a:rPr lang="en-ZA" b="1" dirty="0">
                <a:solidFill>
                  <a:srgbClr val="0070C0"/>
                </a:solidFill>
                <a:latin typeface="Aptos" panose="020B0004020202020204" pitchFamily="34" charset="0"/>
              </a:rPr>
              <a:t>time-series transformer</a:t>
            </a: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.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Results from the classification report and confusion matrix showed high weighted and macro averages for precision, recall, and F1-score.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The classification is </a:t>
            </a:r>
            <a:r>
              <a:rPr lang="en-ZA" b="1" dirty="0">
                <a:solidFill>
                  <a:srgbClr val="0070C0"/>
                </a:solidFill>
                <a:latin typeface="Aptos" panose="020B0004020202020204" pitchFamily="34" charset="0"/>
              </a:rPr>
              <a:t>restricted</a:t>
            </a: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 to specific objects of metal, plastic, and rubber and does not include </a:t>
            </a:r>
            <a:r>
              <a:rPr lang="en-ZA" b="1" dirty="0">
                <a:solidFill>
                  <a:srgbClr val="0070C0"/>
                </a:solidFill>
                <a:latin typeface="Aptos" panose="020B0004020202020204" pitchFamily="34" charset="0"/>
              </a:rPr>
              <a:t>subtypes</a:t>
            </a: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 or variations in </a:t>
            </a:r>
            <a:r>
              <a:rPr lang="en-ZA" b="1" dirty="0">
                <a:solidFill>
                  <a:srgbClr val="0070C0"/>
                </a:solidFill>
                <a:latin typeface="Aptos" panose="020B0004020202020204" pitchFamily="34" charset="0"/>
              </a:rPr>
              <a:t>surface finishes</a:t>
            </a: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 from manufacturing.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Despite these constraints, the results suggest a clear relationship between the materials when </a:t>
            </a:r>
            <a:r>
              <a:rPr lang="en-ZA" dirty="0" err="1">
                <a:solidFill>
                  <a:schemeClr val="bg1"/>
                </a:solidFill>
                <a:latin typeface="Aptos" panose="020B0004020202020204" pitchFamily="34" charset="0"/>
              </a:rPr>
              <a:t>analyzed</a:t>
            </a: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 using the Daimon sensor.</a:t>
            </a:r>
          </a:p>
        </p:txBody>
      </p:sp>
    </p:spTree>
    <p:extLst>
      <p:ext uri="{BB962C8B-B14F-4D97-AF65-F5344CB8AC3E}">
        <p14:creationId xmlns:p14="http://schemas.microsoft.com/office/powerpoint/2010/main" val="18244533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F2DFD-6D61-C451-9495-7EAAEE309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910C8C3-BA7F-03C5-AE2C-F7D363835127}"/>
              </a:ext>
            </a:extLst>
          </p:cNvPr>
          <p:cNvSpPr txBox="1"/>
          <p:nvPr/>
        </p:nvSpPr>
        <p:spPr>
          <a:xfrm>
            <a:off x="756165" y="332470"/>
            <a:ext cx="40241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Live Testing:</a:t>
            </a:r>
            <a:endParaRPr lang="en-ZA" sz="4000" b="1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0741613-2D12-78A1-085C-C7C013669300}"/>
              </a:ext>
            </a:extLst>
          </p:cNvPr>
          <p:cNvSpPr txBox="1"/>
          <p:nvPr/>
        </p:nvSpPr>
        <p:spPr>
          <a:xfrm>
            <a:off x="806369" y="2378732"/>
            <a:ext cx="10579261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Evaluated materials used in </a:t>
            </a:r>
            <a:r>
              <a:rPr lang="en-ZA" b="1" dirty="0">
                <a:solidFill>
                  <a:srgbClr val="0070C0"/>
                </a:solidFill>
                <a:latin typeface="Aptos" panose="020B0004020202020204" pitchFamily="34" charset="0"/>
              </a:rPr>
              <a:t>data-gathering experiments</a:t>
            </a: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.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Neural Network results indicated </a:t>
            </a:r>
            <a:r>
              <a:rPr lang="en-ZA" b="1" dirty="0">
                <a:solidFill>
                  <a:srgbClr val="0070C0"/>
                </a:solidFill>
                <a:latin typeface="Aptos" panose="020B0004020202020204" pitchFamily="34" charset="0"/>
              </a:rPr>
              <a:t>discrepancies</a:t>
            </a: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 among materials; however, real-time testing led to </a:t>
            </a:r>
            <a:r>
              <a:rPr lang="en-ZA" b="1" dirty="0">
                <a:solidFill>
                  <a:srgbClr val="0070C0"/>
                </a:solidFill>
                <a:latin typeface="Aptos" panose="020B0004020202020204" pitchFamily="34" charset="0"/>
              </a:rPr>
              <a:t>inaccuracies</a:t>
            </a: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.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Approximately 70% </a:t>
            </a:r>
            <a:r>
              <a:rPr lang="en-ZA" b="1" dirty="0">
                <a:solidFill>
                  <a:srgbClr val="0070C0"/>
                </a:solidFill>
                <a:latin typeface="Aptos" panose="020B0004020202020204" pitchFamily="34" charset="0"/>
              </a:rPr>
              <a:t>of misclassifications </a:t>
            </a: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identified live-tested materials as </a:t>
            </a:r>
            <a:r>
              <a:rPr lang="en-ZA" b="1" dirty="0">
                <a:solidFill>
                  <a:srgbClr val="0070C0"/>
                </a:solidFill>
                <a:latin typeface="Aptos" panose="020B0004020202020204" pitchFamily="34" charset="0"/>
              </a:rPr>
              <a:t>"plastic".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Plastics testing </a:t>
            </a:r>
            <a:r>
              <a:rPr lang="en-ZA" b="1" dirty="0">
                <a:solidFill>
                  <a:srgbClr val="0070C0"/>
                </a:solidFill>
                <a:latin typeface="Aptos" panose="020B0004020202020204" pitchFamily="34" charset="0"/>
              </a:rPr>
              <a:t>conditions varied</a:t>
            </a: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 which led to a broader range of data.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Rubber and metal dataset was </a:t>
            </a:r>
            <a:r>
              <a:rPr lang="en-ZA" b="1" dirty="0">
                <a:solidFill>
                  <a:srgbClr val="0070C0"/>
                </a:solidFill>
                <a:latin typeface="Aptos" panose="020B0004020202020204" pitchFamily="34" charset="0"/>
              </a:rPr>
              <a:t>very restricted</a:t>
            </a: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, hence with any deviations from set parameters leading to errors</a:t>
            </a:r>
            <a:r>
              <a:rPr lang="en-ZA" dirty="0"/>
              <a:t>.</a:t>
            </a:r>
            <a:endParaRPr lang="en-ZA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862458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82C91-9E57-AB20-A35B-46AB68884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1C5A986-1EB2-5A3B-D992-00B624EA2BCE}"/>
              </a:ext>
            </a:extLst>
          </p:cNvPr>
          <p:cNvSpPr txBox="1"/>
          <p:nvPr/>
        </p:nvSpPr>
        <p:spPr>
          <a:xfrm>
            <a:off x="4812688" y="2288661"/>
            <a:ext cx="28174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Conclusion:</a:t>
            </a:r>
            <a:endParaRPr lang="en-ZA" sz="4000" b="1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6064C58-2817-075A-720B-1E3F36F05DF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836" t="13459" r="27239" b="14501"/>
          <a:stretch>
            <a:fillRect/>
          </a:stretch>
        </p:blipFill>
        <p:spPr>
          <a:xfrm>
            <a:off x="7761018" y="609599"/>
            <a:ext cx="4892040" cy="551688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A4F526E-5822-7B6E-F712-0B8BD16726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482" t="14193" r="28975" b="10783"/>
          <a:stretch>
            <a:fillRect/>
          </a:stretch>
        </p:blipFill>
        <p:spPr>
          <a:xfrm flipH="1">
            <a:off x="-1" y="609599"/>
            <a:ext cx="5090160" cy="5745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2714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D51A5-CD18-5904-BCCA-979331BE0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DB0040A-3C55-103D-7AF3-47B678A0530E}"/>
              </a:ext>
            </a:extLst>
          </p:cNvPr>
          <p:cNvSpPr txBox="1"/>
          <p:nvPr/>
        </p:nvSpPr>
        <p:spPr>
          <a:xfrm>
            <a:off x="790890" y="332470"/>
            <a:ext cx="36591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Conclusion:</a:t>
            </a:r>
            <a:endParaRPr lang="en-ZA" sz="4000" b="1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A85779-7A32-08E8-7B35-21D0FBAA6B25}"/>
              </a:ext>
            </a:extLst>
          </p:cNvPr>
          <p:cNvSpPr txBox="1"/>
          <p:nvPr/>
        </p:nvSpPr>
        <p:spPr>
          <a:xfrm>
            <a:off x="967871" y="1846183"/>
            <a:ext cx="10439400" cy="1000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Applied pressure while maintaining constant velocity aids in </a:t>
            </a:r>
            <a:r>
              <a:rPr lang="en-ZA" b="1" dirty="0">
                <a:solidFill>
                  <a:srgbClr val="0070C0"/>
                </a:solidFill>
                <a:latin typeface="Aptos" panose="020B0004020202020204" pitchFamily="34" charset="0"/>
              </a:rPr>
              <a:t>distinguishing materials</a:t>
            </a: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.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ZA" b="1" dirty="0">
                <a:solidFill>
                  <a:srgbClr val="0070C0"/>
                </a:solidFill>
                <a:latin typeface="Aptos" panose="020B0004020202020204" pitchFamily="34" charset="0"/>
              </a:rPr>
              <a:t>Live classification </a:t>
            </a: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tests revealed </a:t>
            </a:r>
            <a:r>
              <a:rPr lang="en-ZA" b="1" dirty="0">
                <a:solidFill>
                  <a:srgbClr val="0070C0"/>
                </a:solidFill>
                <a:latin typeface="Aptos" panose="020B0004020202020204" pitchFamily="34" charset="0"/>
              </a:rPr>
              <a:t>challenges</a:t>
            </a: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 when pressure and velocity fluctuated, hindering accurate material identification.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E7790B-E9E0-066A-830D-2C31B4CAEC45}"/>
              </a:ext>
            </a:extLst>
          </p:cNvPr>
          <p:cNvSpPr txBox="1"/>
          <p:nvPr/>
        </p:nvSpPr>
        <p:spPr>
          <a:xfrm>
            <a:off x="967871" y="3094308"/>
            <a:ext cx="10439400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buFont typeface="+mj-lt"/>
              <a:buAutoNum type="arabicPeriod" startAt="3"/>
            </a:pP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The trained model </a:t>
            </a:r>
            <a:r>
              <a:rPr lang="en-ZA" b="1" dirty="0">
                <a:solidFill>
                  <a:srgbClr val="0070C0"/>
                </a:solidFill>
                <a:latin typeface="Aptos" panose="020B0004020202020204" pitchFamily="34" charset="0"/>
              </a:rPr>
              <a:t>inadequately accounts</a:t>
            </a: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 for elastomer pad </a:t>
            </a:r>
            <a:r>
              <a:rPr lang="en-ZA" dirty="0" err="1">
                <a:solidFill>
                  <a:schemeClr val="bg1"/>
                </a:solidFill>
                <a:latin typeface="Aptos" panose="020B0004020202020204" pitchFamily="34" charset="0"/>
              </a:rPr>
              <a:t>behavior</a:t>
            </a: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 under different conditions.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 startAt="3"/>
            </a:pP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Current model does not consider diverse material types and their manufacturing methods (e.g., moulded vs. 3D-printed plastics).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 startAt="3"/>
            </a:pP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A more </a:t>
            </a:r>
            <a:r>
              <a:rPr lang="en-ZA" b="1" dirty="0">
                <a:solidFill>
                  <a:srgbClr val="0070C0"/>
                </a:solidFill>
                <a:latin typeface="Aptos" panose="020B0004020202020204" pitchFamily="34" charset="0"/>
              </a:rPr>
              <a:t>robust model </a:t>
            </a: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is necessary – </a:t>
            </a:r>
            <a:r>
              <a:rPr lang="en-US">
                <a:solidFill>
                  <a:schemeClr val="bg1"/>
                </a:solidFill>
                <a:latin typeface="Aptos" panose="020B0004020202020204" pitchFamily="34" charset="0"/>
              </a:rPr>
              <a:t>understanding the 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coefficient of friction changes with respect to contact materials, applied pressure, and sliding velocity, and to potentially establish a baseline comparison utilizing finite element analysis models</a:t>
            </a:r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955335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AE35D6-6A9A-C4FD-EEB2-FB1E5DA1E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23081EB-AF21-5352-AAB9-D123CECF5303}"/>
              </a:ext>
            </a:extLst>
          </p:cNvPr>
          <p:cNvSpPr txBox="1"/>
          <p:nvPr/>
        </p:nvSpPr>
        <p:spPr>
          <a:xfrm>
            <a:off x="790890" y="332470"/>
            <a:ext cx="47938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Cognitive Approach:</a:t>
            </a:r>
            <a:endParaRPr lang="en-ZA" sz="4000" b="1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13372E-F8C2-A9FD-F08B-E7D595063F00}"/>
              </a:ext>
            </a:extLst>
          </p:cNvPr>
          <p:cNvSpPr txBox="1"/>
          <p:nvPr/>
        </p:nvSpPr>
        <p:spPr>
          <a:xfrm>
            <a:off x="790889" y="1251823"/>
            <a:ext cx="10680191" cy="1400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ZA" sz="1400" b="1" dirty="0">
                <a:solidFill>
                  <a:schemeClr val="bg1"/>
                </a:solidFill>
                <a:latin typeface="Aptos" panose="020B0004020202020204" pitchFamily="34" charset="0"/>
              </a:rPr>
              <a:t>Sensor Device/Interface:</a:t>
            </a:r>
            <a:endParaRPr lang="en-ZA" sz="14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ZA" sz="1400" dirty="0">
                <a:solidFill>
                  <a:schemeClr val="bg1"/>
                </a:solidFill>
                <a:latin typeface="Aptos" panose="020B0004020202020204" pitchFamily="34" charset="0"/>
                <a:cs typeface="Aparajita" panose="02020603050405020304" pitchFamily="18" charset="0"/>
              </a:rPr>
              <a:t>Sensors gather depth and shear data, converting these measurements into shear and depth velocity for analysis.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ZA" sz="1400" dirty="0">
                <a:solidFill>
                  <a:schemeClr val="bg1"/>
                </a:solidFill>
                <a:latin typeface="Aptos" panose="020B0004020202020204" pitchFamily="34" charset="0"/>
                <a:cs typeface="Aparajita" panose="02020603050405020304" pitchFamily="18" charset="0"/>
              </a:rPr>
              <a:t>Graphical Representation: The data, measured in pixels per mm, are visually represented to help users identify material differences.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ZA" sz="1400" dirty="0">
                <a:solidFill>
                  <a:schemeClr val="bg1"/>
                </a:solidFill>
                <a:latin typeface="Aptos" panose="020B0004020202020204" pitchFamily="34" charset="0"/>
                <a:cs typeface="Aparajita" panose="02020603050405020304" pitchFamily="18" charset="0"/>
              </a:rPr>
              <a:t>Diagnostic Information: Raw images from the sensor provide insights into potential wear-and-tear issues.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D7FB3E-8272-B7F6-6463-287418174C2A}"/>
              </a:ext>
            </a:extLst>
          </p:cNvPr>
          <p:cNvSpPr txBox="1"/>
          <p:nvPr/>
        </p:nvSpPr>
        <p:spPr>
          <a:xfrm>
            <a:off x="790890" y="2742230"/>
            <a:ext cx="10680190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 startAt="2"/>
            </a:pPr>
            <a:r>
              <a:rPr lang="en-ZA" sz="1400" b="1" dirty="0">
                <a:solidFill>
                  <a:schemeClr val="bg1"/>
                </a:solidFill>
                <a:latin typeface="Aptos" panose="020B0004020202020204" pitchFamily="34" charset="0"/>
                <a:cs typeface="Aparajita" panose="02020603050405020304" pitchFamily="18" charset="0"/>
              </a:rPr>
              <a:t>Publish and Subscribe Mechanism: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ZA" sz="1400" dirty="0">
                <a:solidFill>
                  <a:schemeClr val="bg1"/>
                </a:solidFill>
                <a:latin typeface="Aptos" panose="020B0004020202020204" pitchFamily="34" charset="0"/>
                <a:cs typeface="Aparajita" panose="02020603050405020304" pitchFamily="18" charset="0"/>
              </a:rPr>
              <a:t> The sensor operates as a subscriber within the system, initiating local recordings with the `"START"` command, which captures a 2-second swipe motion.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ZA" sz="1400" dirty="0">
                <a:solidFill>
                  <a:schemeClr val="bg1"/>
                </a:solidFill>
                <a:latin typeface="Aptos" panose="020B0004020202020204" pitchFamily="34" charset="0"/>
                <a:cs typeface="Aparajita" panose="02020603050405020304" pitchFamily="18" charset="0"/>
              </a:rPr>
              <a:t>The `"STOP"` command ends recording, allowing for individual swipe data to be saved.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ZA" sz="1400" dirty="0">
                <a:solidFill>
                  <a:schemeClr val="bg1"/>
                </a:solidFill>
                <a:latin typeface="Aptos" panose="020B0004020202020204" pitchFamily="34" charset="0"/>
                <a:cs typeface="Aparajita" panose="02020603050405020304" pitchFamily="18" charset="0"/>
              </a:rPr>
              <a:t>The command `"EXPERIMENT_COMPLETE"` finalizes recordings and compiles global data for graphing, ensuring synchronized data acquisition during swiping.</a:t>
            </a:r>
            <a:br>
              <a:rPr lang="en-ZA" dirty="0">
                <a:solidFill>
                  <a:schemeClr val="bg1"/>
                </a:solidFill>
                <a:latin typeface="Aptos" panose="020B0004020202020204" pitchFamily="34" charset="0"/>
                <a:cs typeface="Aparajita" panose="02020603050405020304" pitchFamily="18" charset="0"/>
              </a:rPr>
            </a:br>
            <a:endParaRPr lang="en-Z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46029A-2AB0-3CFD-E7C8-D8CA77E2ED4F}"/>
              </a:ext>
            </a:extLst>
          </p:cNvPr>
          <p:cNvSpPr txBox="1"/>
          <p:nvPr/>
        </p:nvSpPr>
        <p:spPr>
          <a:xfrm>
            <a:off x="365022" y="4244352"/>
            <a:ext cx="11036087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+mj-lt"/>
              <a:buAutoNum type="arabicPeriod" startAt="3"/>
            </a:pPr>
            <a:r>
              <a:rPr lang="en-ZA" sz="1400" b="1" dirty="0">
                <a:solidFill>
                  <a:schemeClr val="bg1"/>
                </a:solidFill>
                <a:latin typeface="Aptos" panose="020B0004020202020204" pitchFamily="34" charset="0"/>
                <a:cs typeface="Aparajita" panose="02020603050405020304" pitchFamily="18" charset="0"/>
              </a:rPr>
              <a:t>Hybrid Reactive-Deliberative Architecture: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ZA" sz="1400" dirty="0">
                <a:solidFill>
                  <a:schemeClr val="bg1"/>
                </a:solidFill>
                <a:latin typeface="Aptos" panose="020B0004020202020204" pitchFamily="34" charset="0"/>
                <a:cs typeface="Aparajita" panose="02020603050405020304" pitchFamily="18" charset="0"/>
              </a:rPr>
              <a:t>This architecture involves </a:t>
            </a:r>
            <a:r>
              <a:rPr lang="en-ZA" sz="1400" dirty="0" err="1">
                <a:solidFill>
                  <a:schemeClr val="bg1"/>
                </a:solidFill>
                <a:latin typeface="Aptos" panose="020B0004020202020204" pitchFamily="34" charset="0"/>
                <a:cs typeface="Aparajita" panose="02020603050405020304" pitchFamily="18" charset="0"/>
              </a:rPr>
              <a:t>analyzing</a:t>
            </a:r>
            <a:r>
              <a:rPr lang="en-ZA" sz="1400" dirty="0">
                <a:solidFill>
                  <a:schemeClr val="bg1"/>
                </a:solidFill>
                <a:latin typeface="Aptos" panose="020B0004020202020204" pitchFamily="34" charset="0"/>
                <a:cs typeface="Aparajita" panose="02020603050405020304" pitchFamily="18" charset="0"/>
              </a:rPr>
              <a:t> sensory data from the VBTS (`sense`) to dictate actions based on material classification.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ZA" sz="1400" dirty="0">
                <a:solidFill>
                  <a:schemeClr val="bg1"/>
                </a:solidFill>
                <a:latin typeface="Aptos" panose="020B0004020202020204" pitchFamily="34" charset="0"/>
                <a:cs typeface="Aparajita" panose="02020603050405020304" pitchFamily="18" charset="0"/>
              </a:rPr>
              <a:t>The planning phase determines the correct grasping force, leading into the execution of the grasping task.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ZA" sz="1400" dirty="0">
                <a:solidFill>
                  <a:schemeClr val="bg1"/>
                </a:solidFill>
                <a:latin typeface="Aptos" panose="020B0004020202020204" pitchFamily="34" charset="0"/>
                <a:cs typeface="Aparajita" panose="02020603050405020304" pitchFamily="18" charset="0"/>
              </a:rPr>
              <a:t>It combines biological inspiration for material identification with a closed-world assumption framework.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ZA" sz="1400" dirty="0">
                <a:solidFill>
                  <a:schemeClr val="bg1"/>
                </a:solidFill>
                <a:latin typeface="Aptos" panose="020B0004020202020204" pitchFamily="34" charset="0"/>
                <a:cs typeface="Aparajita" panose="02020603050405020304" pitchFamily="18" charset="0"/>
              </a:rPr>
              <a:t>Bio-Inspired </a:t>
            </a:r>
            <a:r>
              <a:rPr lang="en-ZA" sz="1400" dirty="0" err="1">
                <a:solidFill>
                  <a:schemeClr val="bg1"/>
                </a:solidFill>
                <a:latin typeface="Aptos" panose="020B0004020202020204" pitchFamily="34" charset="0"/>
                <a:cs typeface="Aparajita" panose="02020603050405020304" pitchFamily="18" charset="0"/>
              </a:rPr>
              <a:t>Behaviors</a:t>
            </a:r>
            <a:r>
              <a:rPr lang="en-ZA" sz="1400" dirty="0">
                <a:solidFill>
                  <a:schemeClr val="bg1"/>
                </a:solidFill>
                <a:latin typeface="Aptos" panose="020B0004020202020204" pitchFamily="34" charset="0"/>
                <a:cs typeface="Aparajita" panose="02020603050405020304" pitchFamily="18" charset="0"/>
              </a:rPr>
              <a:t>: 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ZA" sz="1400" dirty="0">
                <a:solidFill>
                  <a:schemeClr val="bg1"/>
                </a:solidFill>
                <a:latin typeface="Aptos" panose="020B0004020202020204" pitchFamily="34" charset="0"/>
                <a:cs typeface="Aparajita" panose="02020603050405020304" pitchFamily="18" charset="0"/>
              </a:rPr>
              <a:t>The deliberative layer employs conscious reasoning while the reactive layer follows reflexive logic. 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ZA" sz="1400" dirty="0" err="1">
                <a:solidFill>
                  <a:schemeClr val="bg1"/>
                </a:solidFill>
                <a:latin typeface="Aptos" panose="020B0004020202020204" pitchFamily="34" charset="0"/>
                <a:cs typeface="Aparajita" panose="02020603050405020304" pitchFamily="18" charset="0"/>
              </a:rPr>
              <a:t>Behavior</a:t>
            </a:r>
            <a:r>
              <a:rPr lang="en-ZA" sz="1400" dirty="0">
                <a:solidFill>
                  <a:schemeClr val="bg1"/>
                </a:solidFill>
                <a:latin typeface="Aptos" panose="020B0004020202020204" pitchFamily="34" charset="0"/>
                <a:cs typeface="Aparajita" panose="02020603050405020304" pitchFamily="18" charset="0"/>
              </a:rPr>
              <a:t> is organized into perceptual and motor schemas triggered by specific sensory cues, leading to adjustments in grip strength based on material properties.</a:t>
            </a:r>
          </a:p>
        </p:txBody>
      </p:sp>
    </p:spTree>
    <p:extLst>
      <p:ext uri="{BB962C8B-B14F-4D97-AF65-F5344CB8AC3E}">
        <p14:creationId xmlns:p14="http://schemas.microsoft.com/office/powerpoint/2010/main" val="29340486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4" grpId="0"/>
      <p:bldP spid="7" grpId="0"/>
    </p:bldLst>
  </p:timing>
</p:sld>
</file>

<file path=ppt/theme/theme1.xml><?xml version="1.0" encoding="utf-8"?>
<a:theme xmlns:a="http://schemas.openxmlformats.org/drawingml/2006/main" name="Theme1">
  <a:themeElements>
    <a:clrScheme name="AnalogousFromRegularSeed_2SEEDS">
      <a:dk1>
        <a:srgbClr val="000000"/>
      </a:dk1>
      <a:lt1>
        <a:srgbClr val="FFFFFF"/>
      </a:lt1>
      <a:dk2>
        <a:srgbClr val="181734"/>
      </a:dk2>
      <a:lt2>
        <a:srgbClr val="F0F1F3"/>
      </a:lt2>
      <a:accent1>
        <a:srgbClr val="B1953B"/>
      </a:accent1>
      <a:accent2>
        <a:srgbClr val="C3754D"/>
      </a:accent2>
      <a:accent3>
        <a:srgbClr val="97A942"/>
      </a:accent3>
      <a:accent4>
        <a:srgbClr val="3B67B1"/>
      </a:accent4>
      <a:accent5>
        <a:srgbClr val="524DC3"/>
      </a:accent5>
      <a:accent6>
        <a:srgbClr val="723BB1"/>
      </a:accent6>
      <a:hlink>
        <a:srgbClr val="4260C0"/>
      </a:hlink>
      <a:folHlink>
        <a:srgbClr val="7F7F7F"/>
      </a:folHlink>
    </a:clrScheme>
    <a:fontScheme name="Custom 5">
      <a:majorFont>
        <a:latin typeface="Georgia Pro Light"/>
        <a:ea typeface=""/>
        <a:cs typeface=""/>
      </a:majorFont>
      <a:minorFont>
        <a:latin typeface="Georgia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D79848D2-8DD3-47E3-9762-8E34B7561278}" vid="{66958478-FE2F-4E52-970E-9DE0CEB24D2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576</TotalTime>
  <Words>1879</Words>
  <Application>Microsoft Office PowerPoint</Application>
  <PresentationFormat>Widescreen</PresentationFormat>
  <Paragraphs>146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7" baseType="lpstr">
      <vt:lpstr>Aptos</vt:lpstr>
      <vt:lpstr>Arial</vt:lpstr>
      <vt:lpstr>Georgia Pro Light</vt:lpstr>
      <vt:lpstr>Theme1</vt:lpstr>
      <vt:lpstr>Multi-Modal Vision Based Tactile Sensor Dataset Creation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Harmful Emissions Mainly CO, Nox, and SOx</dc:title>
  <dc:creator>Stefania Germena</dc:creator>
  <cp:lastModifiedBy>Germena Stefania</cp:lastModifiedBy>
  <cp:revision>52</cp:revision>
  <dcterms:created xsi:type="dcterms:W3CDTF">2024-10-30T14:55:45Z</dcterms:created>
  <dcterms:modified xsi:type="dcterms:W3CDTF">2026-06-25T13:34:01Z</dcterms:modified>
</cp:coreProperties>
</file>