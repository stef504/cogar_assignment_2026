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299" r:id="rId3"/>
    <p:sldId id="257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14" r:id="rId13"/>
    <p:sldId id="315" r:id="rId14"/>
    <p:sldId id="316" r:id="rId15"/>
    <p:sldId id="317" r:id="rId16"/>
    <p:sldId id="308" r:id="rId17"/>
    <p:sldId id="319" r:id="rId18"/>
    <p:sldId id="320" r:id="rId19"/>
    <p:sldId id="321" r:id="rId20"/>
    <p:sldId id="322" r:id="rId21"/>
    <p:sldId id="309" r:id="rId22"/>
    <p:sldId id="323" r:id="rId23"/>
    <p:sldId id="324" r:id="rId24"/>
    <p:sldId id="325" r:id="rId25"/>
    <p:sldId id="326" r:id="rId26"/>
    <p:sldId id="310" r:id="rId27"/>
    <p:sldId id="311" r:id="rId28"/>
    <p:sldId id="312" r:id="rId29"/>
    <p:sldId id="31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CE0"/>
    <a:srgbClr val="E0E1E5"/>
    <a:srgbClr val="9D7BDB"/>
    <a:srgbClr val="262452"/>
    <a:srgbClr val="212048"/>
    <a:srgbClr val="181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7C5F3-641E-4540-A50E-1DD1FEDB6065}" v="1223" dt="2026-06-23T07:42:08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ena Stefania" userId="848a3578-c669-42d9-960b-fb42db2e6943" providerId="ADAL" clId="{0EF7214D-E59F-4D86-9B6A-2134479533EA}"/>
    <pc:docChg chg="undo custSel addSld delSld modSld sldOrd modMainMaster">
      <pc:chgData name="Germena Stefania" userId="848a3578-c669-42d9-960b-fb42db2e6943" providerId="ADAL" clId="{0EF7214D-E59F-4D86-9B6A-2134479533EA}" dt="2026-06-23T11:57:28.213" v="2194" actId="20578"/>
      <pc:docMkLst>
        <pc:docMk/>
      </pc:docMkLst>
      <pc:sldChg chg="addSp delSp modSp mod setBg delAnim">
        <pc:chgData name="Germena Stefania" userId="848a3578-c669-42d9-960b-fb42db2e6943" providerId="ADAL" clId="{0EF7214D-E59F-4D86-9B6A-2134479533EA}" dt="2026-06-22T10:38:35.669" v="244" actId="478"/>
        <pc:sldMkLst>
          <pc:docMk/>
          <pc:sldMk cId="143143296" sldId="256"/>
        </pc:sldMkLst>
        <pc:spChg chg="mod ord">
          <ac:chgData name="Germena Stefania" userId="848a3578-c669-42d9-960b-fb42db2e6943" providerId="ADAL" clId="{0EF7214D-E59F-4D86-9B6A-2134479533EA}" dt="2026-06-22T10:22:35.319" v="38"/>
          <ac:spMkLst>
            <pc:docMk/>
            <pc:sldMk cId="143143296" sldId="256"/>
            <ac:spMk id="2" creationId="{A0D6D65D-16A8-A96C-5A52-CC6967B64141}"/>
          </ac:spMkLst>
        </pc:spChg>
        <pc:spChg chg="mod ord">
          <ac:chgData name="Germena Stefania" userId="848a3578-c669-42d9-960b-fb42db2e6943" providerId="ADAL" clId="{0EF7214D-E59F-4D86-9B6A-2134479533EA}" dt="2026-06-22T10:23:29.393" v="48" actId="14100"/>
          <ac:spMkLst>
            <pc:docMk/>
            <pc:sldMk cId="143143296" sldId="256"/>
            <ac:spMk id="3" creationId="{31632E6D-FACC-6359-7BA7-416CAE6BDE7E}"/>
          </ac:spMkLst>
        </pc:spChg>
        <pc:spChg chg="mod ord">
          <ac:chgData name="Germena Stefania" userId="848a3578-c669-42d9-960b-fb42db2e6943" providerId="ADAL" clId="{0EF7214D-E59F-4D86-9B6A-2134479533EA}" dt="2026-06-22T10:23:12.856" v="41" actId="208"/>
          <ac:spMkLst>
            <pc:docMk/>
            <pc:sldMk cId="143143296" sldId="256"/>
            <ac:spMk id="6" creationId="{DDAC23F2-0129-8ACB-4BEE-17246C409233}"/>
          </ac:spMkLst>
        </pc:spChg>
        <pc:spChg chg="del">
          <ac:chgData name="Germena Stefania" userId="848a3578-c669-42d9-960b-fb42db2e6943" providerId="ADAL" clId="{0EF7214D-E59F-4D86-9B6A-2134479533EA}" dt="2026-06-22T10:38:35.669" v="244" actId="478"/>
          <ac:spMkLst>
            <pc:docMk/>
            <pc:sldMk cId="143143296" sldId="256"/>
            <ac:spMk id="7" creationId="{26078EDA-FA3A-D20C-1973-4DBF2724EAEB}"/>
          </ac:spMkLst>
        </pc:spChg>
        <pc:picChg chg="del">
          <ac:chgData name="Germena Stefania" userId="848a3578-c669-42d9-960b-fb42db2e6943" providerId="ADAL" clId="{0EF7214D-E59F-4D86-9B6A-2134479533EA}" dt="2026-06-22T10:20:35.094" v="2" actId="478"/>
          <ac:picMkLst>
            <pc:docMk/>
            <pc:sldMk cId="143143296" sldId="256"/>
            <ac:picMk id="4" creationId="{3C70218A-83C6-FA77-6D1A-82454073DB76}"/>
          </ac:picMkLst>
        </pc:picChg>
        <pc:picChg chg="add mod modCrop">
          <ac:chgData name="Germena Stefania" userId="848a3578-c669-42d9-960b-fb42db2e6943" providerId="ADAL" clId="{0EF7214D-E59F-4D86-9B6A-2134479533EA}" dt="2026-06-22T10:22:45.855" v="40" actId="732"/>
          <ac:picMkLst>
            <pc:docMk/>
            <pc:sldMk cId="143143296" sldId="256"/>
            <ac:picMk id="9" creationId="{19E955ED-FD84-FB48-F1F1-000228BBB2CE}"/>
          </ac:picMkLst>
        </pc:picChg>
      </pc:sldChg>
      <pc:sldChg chg="addSp delSp modSp mod setBg delAnim modAnim">
        <pc:chgData name="Germena Stefania" userId="848a3578-c669-42d9-960b-fb42db2e6943" providerId="ADAL" clId="{0EF7214D-E59F-4D86-9B6A-2134479533EA}" dt="2026-06-22T10:50:37.900" v="409" actId="207"/>
        <pc:sldMkLst>
          <pc:docMk/>
          <pc:sldMk cId="2257967378" sldId="257"/>
        </pc:sldMkLst>
        <pc:spChg chg="del mod">
          <ac:chgData name="Germena Stefania" userId="848a3578-c669-42d9-960b-fb42db2e6943" providerId="ADAL" clId="{0EF7214D-E59F-4D86-9B6A-2134479533EA}" dt="2026-06-22T10:37:51.153" v="198" actId="478"/>
          <ac:spMkLst>
            <pc:docMk/>
            <pc:sldMk cId="2257967378" sldId="257"/>
            <ac:spMk id="2" creationId="{73EACE5C-1232-F406-5DE6-6F7B90350294}"/>
          </ac:spMkLst>
        </pc:spChg>
        <pc:spChg chg="del">
          <ac:chgData name="Germena Stefania" userId="848a3578-c669-42d9-960b-fb42db2e6943" providerId="ADAL" clId="{0EF7214D-E59F-4D86-9B6A-2134479533EA}" dt="2026-06-22T10:38:20.940" v="237" actId="478"/>
          <ac:spMkLst>
            <pc:docMk/>
            <pc:sldMk cId="2257967378" sldId="257"/>
            <ac:spMk id="3" creationId="{E8079885-AA34-A029-1195-7344C8C20C98}"/>
          </ac:spMkLst>
        </pc:spChg>
        <pc:spChg chg="del">
          <ac:chgData name="Germena Stefania" userId="848a3578-c669-42d9-960b-fb42db2e6943" providerId="ADAL" clId="{0EF7214D-E59F-4D86-9B6A-2134479533EA}" dt="2026-06-22T10:38:28.551" v="241" actId="478"/>
          <ac:spMkLst>
            <pc:docMk/>
            <pc:sldMk cId="2257967378" sldId="257"/>
            <ac:spMk id="4" creationId="{597BD354-6620-8B53-38DE-7C7D55E38D2A}"/>
          </ac:spMkLst>
        </pc:spChg>
        <pc:spChg chg="del mod">
          <ac:chgData name="Germena Stefania" userId="848a3578-c669-42d9-960b-fb42db2e6943" providerId="ADAL" clId="{0EF7214D-E59F-4D86-9B6A-2134479533EA}" dt="2026-06-22T10:38:41.785" v="246" actId="478"/>
          <ac:spMkLst>
            <pc:docMk/>
            <pc:sldMk cId="2257967378" sldId="257"/>
            <ac:spMk id="5" creationId="{B3D2A968-951E-7CC5-E9F2-03924EECF18C}"/>
          </ac:spMkLst>
        </pc:spChg>
        <pc:spChg chg="del">
          <ac:chgData name="Germena Stefania" userId="848a3578-c669-42d9-960b-fb42db2e6943" providerId="ADAL" clId="{0EF7214D-E59F-4D86-9B6A-2134479533EA}" dt="2026-06-22T10:38:28.053" v="240" actId="478"/>
          <ac:spMkLst>
            <pc:docMk/>
            <pc:sldMk cId="2257967378" sldId="257"/>
            <ac:spMk id="6" creationId="{155B9126-E0FA-05E4-5964-121BC67E3146}"/>
          </ac:spMkLst>
        </pc:spChg>
        <pc:spChg chg="del">
          <ac:chgData name="Germena Stefania" userId="848a3578-c669-42d9-960b-fb42db2e6943" providerId="ADAL" clId="{0EF7214D-E59F-4D86-9B6A-2134479533EA}" dt="2026-06-22T10:38:28.053" v="240" actId="478"/>
          <ac:spMkLst>
            <pc:docMk/>
            <pc:sldMk cId="2257967378" sldId="257"/>
            <ac:spMk id="7" creationId="{15F8AA11-2D85-7CC1-AE39-95EEC23237FB}"/>
          </ac:spMkLst>
        </pc:spChg>
        <pc:spChg chg="add del mod">
          <ac:chgData name="Germena Stefania" userId="848a3578-c669-42d9-960b-fb42db2e6943" providerId="ADAL" clId="{0EF7214D-E59F-4D86-9B6A-2134479533EA}" dt="2026-06-22T10:37:54.937" v="200" actId="478"/>
          <ac:spMkLst>
            <pc:docMk/>
            <pc:sldMk cId="2257967378" sldId="257"/>
            <ac:spMk id="10" creationId="{A402CB31-102B-E0FA-F6A1-63D3DE9BFB6F}"/>
          </ac:spMkLst>
        </pc:spChg>
        <pc:spChg chg="add mod">
          <ac:chgData name="Germena Stefania" userId="848a3578-c669-42d9-960b-fb42db2e6943" providerId="ADAL" clId="{0EF7214D-E59F-4D86-9B6A-2134479533EA}" dt="2026-06-22T10:38:13.827" v="235" actId="20577"/>
          <ac:spMkLst>
            <pc:docMk/>
            <pc:sldMk cId="2257967378" sldId="257"/>
            <ac:spMk id="34" creationId="{8EB92CC4-2F6F-5BE0-F1AA-B3B8206BDC89}"/>
          </ac:spMkLst>
        </pc:spChg>
        <pc:spChg chg="add del mod">
          <ac:chgData name="Germena Stefania" userId="848a3578-c669-42d9-960b-fb42db2e6943" providerId="ADAL" clId="{0EF7214D-E59F-4D86-9B6A-2134479533EA}" dt="2026-06-22T10:38:22.538" v="238" actId="478"/>
          <ac:spMkLst>
            <pc:docMk/>
            <pc:sldMk cId="2257967378" sldId="257"/>
            <ac:spMk id="36" creationId="{1A2CD271-6F62-E2A1-8600-EC229EBA4612}"/>
          </ac:spMkLst>
        </pc:spChg>
        <pc:spChg chg="add mod">
          <ac:chgData name="Germena Stefania" userId="848a3578-c669-42d9-960b-fb42db2e6943" providerId="ADAL" clId="{0EF7214D-E59F-4D86-9B6A-2134479533EA}" dt="2026-06-22T10:38:50.246" v="248" actId="1076"/>
          <ac:spMkLst>
            <pc:docMk/>
            <pc:sldMk cId="2257967378" sldId="257"/>
            <ac:spMk id="38" creationId="{58B48740-0378-1DE6-7900-9A2EC0F1BD91}"/>
          </ac:spMkLst>
        </pc:spChg>
        <pc:spChg chg="add mod">
          <ac:chgData name="Germena Stefania" userId="848a3578-c669-42d9-960b-fb42db2e6943" providerId="ADAL" clId="{0EF7214D-E59F-4D86-9B6A-2134479533EA}" dt="2026-06-22T10:50:34.707" v="407" actId="113"/>
          <ac:spMkLst>
            <pc:docMk/>
            <pc:sldMk cId="2257967378" sldId="257"/>
            <ac:spMk id="39" creationId="{477015E1-4B9B-8CE2-543C-0163B1803307}"/>
          </ac:spMkLst>
        </pc:spChg>
        <pc:spChg chg="add del">
          <ac:chgData name="Germena Stefania" userId="848a3578-c669-42d9-960b-fb42db2e6943" providerId="ADAL" clId="{0EF7214D-E59F-4D86-9B6A-2134479533EA}" dt="2026-06-22T10:41:16.216" v="257" actId="22"/>
          <ac:spMkLst>
            <pc:docMk/>
            <pc:sldMk cId="2257967378" sldId="257"/>
            <ac:spMk id="41" creationId="{3E96461E-2F83-75C5-3D14-E6B9A106ECE9}"/>
          </ac:spMkLst>
        </pc:spChg>
        <pc:spChg chg="add del">
          <ac:chgData name="Germena Stefania" userId="848a3578-c669-42d9-960b-fb42db2e6943" providerId="ADAL" clId="{0EF7214D-E59F-4D86-9B6A-2134479533EA}" dt="2026-06-22T10:41:22.176" v="259" actId="22"/>
          <ac:spMkLst>
            <pc:docMk/>
            <pc:sldMk cId="2257967378" sldId="257"/>
            <ac:spMk id="43" creationId="{89A98E80-66DC-D5D7-A7B5-800A5F386D29}"/>
          </ac:spMkLst>
        </pc:spChg>
        <pc:spChg chg="add del">
          <ac:chgData name="Germena Stefania" userId="848a3578-c669-42d9-960b-fb42db2e6943" providerId="ADAL" clId="{0EF7214D-E59F-4D86-9B6A-2134479533EA}" dt="2026-06-22T10:41:31.591" v="263" actId="22"/>
          <ac:spMkLst>
            <pc:docMk/>
            <pc:sldMk cId="2257967378" sldId="257"/>
            <ac:spMk id="45" creationId="{9F1EEBD1-501D-7B2C-06A6-082794B114C9}"/>
          </ac:spMkLst>
        </pc:spChg>
        <pc:spChg chg="add del">
          <ac:chgData name="Germena Stefania" userId="848a3578-c669-42d9-960b-fb42db2e6943" providerId="ADAL" clId="{0EF7214D-E59F-4D86-9B6A-2134479533EA}" dt="2026-06-22T10:41:35.290" v="269" actId="22"/>
          <ac:spMkLst>
            <pc:docMk/>
            <pc:sldMk cId="2257967378" sldId="257"/>
            <ac:spMk id="47" creationId="{5CECBF63-8C8A-614C-5BA4-DF3B4CB9E268}"/>
          </ac:spMkLst>
        </pc:spChg>
        <pc:spChg chg="add del">
          <ac:chgData name="Germena Stefania" userId="848a3578-c669-42d9-960b-fb42db2e6943" providerId="ADAL" clId="{0EF7214D-E59F-4D86-9B6A-2134479533EA}" dt="2026-06-22T10:41:34.906" v="268" actId="22"/>
          <ac:spMkLst>
            <pc:docMk/>
            <pc:sldMk cId="2257967378" sldId="257"/>
            <ac:spMk id="49" creationId="{DDEA0805-691C-18E8-2E97-6359CD70DC83}"/>
          </ac:spMkLst>
        </pc:spChg>
        <pc:spChg chg="add del">
          <ac:chgData name="Germena Stefania" userId="848a3578-c669-42d9-960b-fb42db2e6943" providerId="ADAL" clId="{0EF7214D-E59F-4D86-9B6A-2134479533EA}" dt="2026-06-22T10:41:34.517" v="267" actId="22"/>
          <ac:spMkLst>
            <pc:docMk/>
            <pc:sldMk cId="2257967378" sldId="257"/>
            <ac:spMk id="51" creationId="{05E628EA-2123-062B-F405-998470666F6B}"/>
          </ac:spMkLst>
        </pc:spChg>
        <pc:spChg chg="add mod">
          <ac:chgData name="Germena Stefania" userId="848a3578-c669-42d9-960b-fb42db2e6943" providerId="ADAL" clId="{0EF7214D-E59F-4D86-9B6A-2134479533EA}" dt="2026-06-22T10:50:37.900" v="409" actId="207"/>
          <ac:spMkLst>
            <pc:docMk/>
            <pc:sldMk cId="2257967378" sldId="257"/>
            <ac:spMk id="52" creationId="{2620AC75-3CA6-D2B6-72E2-6F615F44CD9F}"/>
          </ac:spMkLst>
        </pc:spChg>
        <pc:grpChg chg="del mod">
          <ac:chgData name="Germena Stefania" userId="848a3578-c669-42d9-960b-fb42db2e6943" providerId="ADAL" clId="{0EF7214D-E59F-4D86-9B6A-2134479533EA}" dt="2026-06-22T10:38:30.708" v="243" actId="478"/>
          <ac:grpSpMkLst>
            <pc:docMk/>
            <pc:sldMk cId="2257967378" sldId="257"/>
            <ac:grpSpMk id="11" creationId="{B0202136-1944-9EA0-4C84-7E6F18DC4328}"/>
          </ac:grpSpMkLst>
        </pc:grpChg>
        <pc:picChg chg="del">
          <ac:chgData name="Germena Stefania" userId="848a3578-c669-42d9-960b-fb42db2e6943" providerId="ADAL" clId="{0EF7214D-E59F-4D86-9B6A-2134479533EA}" dt="2026-06-22T10:38:25.653" v="239" actId="478"/>
          <ac:picMkLst>
            <pc:docMk/>
            <pc:sldMk cId="2257967378" sldId="257"/>
            <ac:picMk id="8" creationId="{B7AFB2C2-D67E-ED2D-87AE-6F81E72E899A}"/>
          </ac:picMkLst>
        </pc:picChg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568453891" sldId="261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428775165" sldId="263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2804421123" sldId="272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719368757" sldId="275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935249519" sldId="276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1953970133" sldId="277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2160956179" sldId="278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3557787163" sldId="279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879311061" sldId="280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674449648" sldId="282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3218197214" sldId="284"/>
        </pc:sldMkLst>
      </pc:sldChg>
      <pc:sldChg chg="addSp delSp modSp del mod setBg delAnim">
        <pc:chgData name="Germena Stefania" userId="848a3578-c669-42d9-960b-fb42db2e6943" providerId="ADAL" clId="{0EF7214D-E59F-4D86-9B6A-2134479533EA}" dt="2026-06-22T10:32:46.592" v="123" actId="2696"/>
        <pc:sldMkLst>
          <pc:docMk/>
          <pc:sldMk cId="1099304895" sldId="285"/>
        </pc:sldMkLst>
        <pc:spChg chg="add mod">
          <ac:chgData name="Germena Stefania" userId="848a3578-c669-42d9-960b-fb42db2e6943" providerId="ADAL" clId="{0EF7214D-E59F-4D86-9B6A-2134479533EA}" dt="2026-06-22T10:23:45.905" v="51" actId="1076"/>
          <ac:spMkLst>
            <pc:docMk/>
            <pc:sldMk cId="1099304895" sldId="285"/>
            <ac:spMk id="3" creationId="{4EBDE322-06B2-4780-0C0F-0323A866C58F}"/>
          </ac:spMkLst>
        </pc:spChg>
        <pc:spChg chg="add mod">
          <ac:chgData name="Germena Stefania" userId="848a3578-c669-42d9-960b-fb42db2e6943" providerId="ADAL" clId="{0EF7214D-E59F-4D86-9B6A-2134479533EA}" dt="2026-06-22T10:23:45.905" v="51" actId="1076"/>
          <ac:spMkLst>
            <pc:docMk/>
            <pc:sldMk cId="1099304895" sldId="285"/>
            <ac:spMk id="4" creationId="{AB55D176-CD89-40A1-95EF-044E06AD20F4}"/>
          </ac:spMkLst>
        </pc:spChg>
        <pc:spChg chg="add mod">
          <ac:chgData name="Germena Stefania" userId="848a3578-c669-42d9-960b-fb42db2e6943" providerId="ADAL" clId="{0EF7214D-E59F-4D86-9B6A-2134479533EA}" dt="2026-06-22T10:23:45.905" v="51" actId="1076"/>
          <ac:spMkLst>
            <pc:docMk/>
            <pc:sldMk cId="1099304895" sldId="285"/>
            <ac:spMk id="5" creationId="{9D97A3CF-40F6-8CDE-EABF-80A0E6992EA1}"/>
          </ac:spMkLst>
        </pc:spChg>
        <pc:spChg chg="add mod">
          <ac:chgData name="Germena Stefania" userId="848a3578-c669-42d9-960b-fb42db2e6943" providerId="ADAL" clId="{0EF7214D-E59F-4D86-9B6A-2134479533EA}" dt="2026-06-22T10:29:13.898" v="97" actId="20577"/>
          <ac:spMkLst>
            <pc:docMk/>
            <pc:sldMk cId="1099304895" sldId="285"/>
            <ac:spMk id="7" creationId="{1CAEA832-4D65-B34E-ADEA-7814F80FEADF}"/>
          </ac:spMkLst>
        </pc:spChg>
        <pc:spChg chg="del">
          <ac:chgData name="Germena Stefania" userId="848a3578-c669-42d9-960b-fb42db2e6943" providerId="ADAL" clId="{0EF7214D-E59F-4D86-9B6A-2134479533EA}" dt="2026-06-22T10:23:41.834" v="49" actId="478"/>
          <ac:spMkLst>
            <pc:docMk/>
            <pc:sldMk cId="1099304895" sldId="285"/>
            <ac:spMk id="9" creationId="{DB3F0DA2-BC10-D79F-37C1-F8446723ECF6}"/>
          </ac:spMkLst>
        </pc:spChg>
        <pc:spChg chg="del">
          <ac:chgData name="Germena Stefania" userId="848a3578-c669-42d9-960b-fb42db2e6943" providerId="ADAL" clId="{0EF7214D-E59F-4D86-9B6A-2134479533EA}" dt="2026-06-22T10:23:41.834" v="49" actId="478"/>
          <ac:spMkLst>
            <pc:docMk/>
            <pc:sldMk cId="1099304895" sldId="285"/>
            <ac:spMk id="11" creationId="{6CD59909-AB06-1B8D-8EC7-B07AE91ADE98}"/>
          </ac:spMkLst>
        </pc:spChg>
        <pc:spChg chg="del">
          <ac:chgData name="Germena Stefania" userId="848a3578-c669-42d9-960b-fb42db2e6943" providerId="ADAL" clId="{0EF7214D-E59F-4D86-9B6A-2134479533EA}" dt="2026-06-22T10:23:41.834" v="49" actId="478"/>
          <ac:spMkLst>
            <pc:docMk/>
            <pc:sldMk cId="1099304895" sldId="285"/>
            <ac:spMk id="13" creationId="{DC8AD6B2-8B41-FB3A-3C94-6B1F60C240FA}"/>
          </ac:spMkLst>
        </pc:spChg>
        <pc:spChg chg="del">
          <ac:chgData name="Germena Stefania" userId="848a3578-c669-42d9-960b-fb42db2e6943" providerId="ADAL" clId="{0EF7214D-E59F-4D86-9B6A-2134479533EA}" dt="2026-06-22T10:27:33.712" v="76" actId="478"/>
          <ac:spMkLst>
            <pc:docMk/>
            <pc:sldMk cId="1099304895" sldId="285"/>
            <ac:spMk id="22" creationId="{A1E10CC9-E7F2-A329-5F9C-C147ECA8B346}"/>
          </ac:spMkLst>
        </pc:spChg>
        <pc:spChg chg="mod">
          <ac:chgData name="Germena Stefania" userId="848a3578-c669-42d9-960b-fb42db2e6943" providerId="ADAL" clId="{0EF7214D-E59F-4D86-9B6A-2134479533EA}" dt="2026-06-22T10:27:27.333" v="75" actId="207"/>
          <ac:spMkLst>
            <pc:docMk/>
            <pc:sldMk cId="1099304895" sldId="285"/>
            <ac:spMk id="23" creationId="{A6ACFF3E-BC65-DDFA-87F8-B13F3C78A947}"/>
          </ac:spMkLst>
        </pc:spChg>
        <pc:picChg chg="add mod">
          <ac:chgData name="Germena Stefania" userId="848a3578-c669-42d9-960b-fb42db2e6943" providerId="ADAL" clId="{0EF7214D-E59F-4D86-9B6A-2134479533EA}" dt="2026-06-22T10:23:45.905" v="51" actId="1076"/>
          <ac:picMkLst>
            <pc:docMk/>
            <pc:sldMk cId="1099304895" sldId="285"/>
            <ac:picMk id="2" creationId="{4488AA14-75A6-E8FD-48AF-6F1E8843890F}"/>
          </ac:picMkLst>
        </pc:picChg>
        <pc:picChg chg="del">
          <ac:chgData name="Germena Stefania" userId="848a3578-c669-42d9-960b-fb42db2e6943" providerId="ADAL" clId="{0EF7214D-E59F-4D86-9B6A-2134479533EA}" dt="2026-06-22T10:23:41.834" v="49" actId="478"/>
          <ac:picMkLst>
            <pc:docMk/>
            <pc:sldMk cId="1099304895" sldId="285"/>
            <ac:picMk id="6" creationId="{5185E994-74CB-AD22-1BCF-E9E589889BFA}"/>
          </ac:picMkLst>
        </pc:picChg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5972764" sldId="286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2643115103" sldId="287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081955074" sldId="288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3421006080" sldId="291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3851857234" sldId="292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3760891520" sldId="294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1223245926" sldId="295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337897340" sldId="296"/>
        </pc:sldMkLst>
      </pc:sldChg>
      <pc:sldChg chg="del setBg">
        <pc:chgData name="Germena Stefania" userId="848a3578-c669-42d9-960b-fb42db2e6943" providerId="ADAL" clId="{0EF7214D-E59F-4D86-9B6A-2134479533EA}" dt="2026-06-22T15:36:21.706" v="1310" actId="2696"/>
        <pc:sldMkLst>
          <pc:docMk/>
          <pc:sldMk cId="800500816" sldId="297"/>
        </pc:sldMkLst>
      </pc:sldChg>
      <pc:sldChg chg="del setBg">
        <pc:chgData name="Germena Stefania" userId="848a3578-c669-42d9-960b-fb42db2e6943" providerId="ADAL" clId="{0EF7214D-E59F-4D86-9B6A-2134479533EA}" dt="2026-06-22T15:36:29.570" v="1311" actId="2696"/>
        <pc:sldMkLst>
          <pc:docMk/>
          <pc:sldMk cId="3713274469" sldId="298"/>
        </pc:sldMkLst>
      </pc:sldChg>
      <pc:sldChg chg="addSp delSp modSp add mod modTransition delAnim modAnim">
        <pc:chgData name="Germena Stefania" userId="848a3578-c669-42d9-960b-fb42db2e6943" providerId="ADAL" clId="{0EF7214D-E59F-4D86-9B6A-2134479533EA}" dt="2026-06-22T10:46:50.079" v="335" actId="207"/>
        <pc:sldMkLst>
          <pc:docMk/>
          <pc:sldMk cId="183901450" sldId="299"/>
        </pc:sldMkLst>
        <pc:spChg chg="add mod">
          <ac:chgData name="Germena Stefania" userId="848a3578-c669-42d9-960b-fb42db2e6943" providerId="ADAL" clId="{0EF7214D-E59F-4D86-9B6A-2134479533EA}" dt="2026-06-22T10:35:30.296" v="157" actId="1076"/>
          <ac:spMkLst>
            <pc:docMk/>
            <pc:sldMk cId="183901450" sldId="299"/>
            <ac:spMk id="6" creationId="{0A656F8F-AD71-2190-7655-876DFDFB6A8B}"/>
          </ac:spMkLst>
        </pc:spChg>
        <pc:spChg chg="mod">
          <ac:chgData name="Germena Stefania" userId="848a3578-c669-42d9-960b-fb42db2e6943" providerId="ADAL" clId="{0EF7214D-E59F-4D86-9B6A-2134479533EA}" dt="2026-06-22T10:35:32.373" v="158" actId="1076"/>
          <ac:spMkLst>
            <pc:docMk/>
            <pc:sldMk cId="183901450" sldId="299"/>
            <ac:spMk id="7" creationId="{08DE260B-B953-CCC5-8CA6-FBB21A0C3F3F}"/>
          </ac:spMkLst>
        </pc:spChg>
        <pc:spChg chg="add mod">
          <ac:chgData name="Germena Stefania" userId="848a3578-c669-42d9-960b-fb42db2e6943" providerId="ADAL" clId="{0EF7214D-E59F-4D86-9B6A-2134479533EA}" dt="2026-06-22T10:35:27.668" v="156" actId="1076"/>
          <ac:spMkLst>
            <pc:docMk/>
            <pc:sldMk cId="183901450" sldId="299"/>
            <ac:spMk id="8" creationId="{4EE6C715-4D69-28D1-F05E-69CB264BF655}"/>
          </ac:spMkLst>
        </pc:spChg>
        <pc:spChg chg="add del mod">
          <ac:chgData name="Germena Stefania" userId="848a3578-c669-42d9-960b-fb42db2e6943" providerId="ADAL" clId="{0EF7214D-E59F-4D86-9B6A-2134479533EA}" dt="2026-06-22T10:33:52.275" v="134" actId="478"/>
          <ac:spMkLst>
            <pc:docMk/>
            <pc:sldMk cId="183901450" sldId="299"/>
            <ac:spMk id="10" creationId="{A47A20AA-C7A6-E35F-26AF-F6F5DF9CC5BF}"/>
          </ac:spMkLst>
        </pc:spChg>
        <pc:spChg chg="add del mod">
          <ac:chgData name="Germena Stefania" userId="848a3578-c669-42d9-960b-fb42db2e6943" providerId="ADAL" clId="{0EF7214D-E59F-4D86-9B6A-2134479533EA}" dt="2026-06-22T10:33:53.986" v="135" actId="478"/>
          <ac:spMkLst>
            <pc:docMk/>
            <pc:sldMk cId="183901450" sldId="299"/>
            <ac:spMk id="12" creationId="{E5584130-0083-211C-947E-BF0C82A027CE}"/>
          </ac:spMkLst>
        </pc:spChg>
        <pc:spChg chg="add mod">
          <ac:chgData name="Germena Stefania" userId="848a3578-c669-42d9-960b-fb42db2e6943" providerId="ADAL" clId="{0EF7214D-E59F-4D86-9B6A-2134479533EA}" dt="2026-06-22T10:46:50.079" v="335" actId="207"/>
          <ac:spMkLst>
            <pc:docMk/>
            <pc:sldMk cId="183901450" sldId="299"/>
            <ac:spMk id="13" creationId="{893AE329-202D-DE0A-CFB8-CA0B76E22839}"/>
          </ac:spMkLst>
        </pc:spChg>
        <pc:spChg chg="add mod">
          <ac:chgData name="Germena Stefania" userId="848a3578-c669-42d9-960b-fb42db2e6943" providerId="ADAL" clId="{0EF7214D-E59F-4D86-9B6A-2134479533EA}" dt="2026-06-22T10:38:55.730" v="250" actId="1076"/>
          <ac:spMkLst>
            <pc:docMk/>
            <pc:sldMk cId="183901450" sldId="299"/>
            <ac:spMk id="15" creationId="{F8C00607-103F-DC7B-853F-EFDA0315E0F2}"/>
          </ac:spMkLst>
        </pc:spChg>
        <pc:spChg chg="mod">
          <ac:chgData name="Germena Stefania" userId="848a3578-c669-42d9-960b-fb42db2e6943" providerId="ADAL" clId="{0EF7214D-E59F-4D86-9B6A-2134479533EA}" dt="2026-06-22T10:38:17.354" v="236" actId="20577"/>
          <ac:spMkLst>
            <pc:docMk/>
            <pc:sldMk cId="183901450" sldId="299"/>
            <ac:spMk id="23" creationId="{034484A1-5C74-259A-EC2D-6C425AD0F2CC}"/>
          </ac:spMkLst>
        </pc:spChg>
        <pc:spChg chg="del">
          <ac:chgData name="Germena Stefania" userId="848a3578-c669-42d9-960b-fb42db2e6943" providerId="ADAL" clId="{0EF7214D-E59F-4D86-9B6A-2134479533EA}" dt="2026-06-22T10:33:48.348" v="133" actId="478"/>
          <ac:spMkLst>
            <pc:docMk/>
            <pc:sldMk cId="183901450" sldId="299"/>
            <ac:spMk id="24" creationId="{17A4A7F1-D7F6-3FEC-EB83-75B6D2366809}"/>
          </ac:spMkLst>
        </pc:spChg>
        <pc:spChg chg="del">
          <ac:chgData name="Germena Stefania" userId="848a3578-c669-42d9-960b-fb42db2e6943" providerId="ADAL" clId="{0EF7214D-E59F-4D86-9B6A-2134479533EA}" dt="2026-06-22T10:33:48.348" v="133" actId="478"/>
          <ac:spMkLst>
            <pc:docMk/>
            <pc:sldMk cId="183901450" sldId="299"/>
            <ac:spMk id="25" creationId="{07DD74B8-A111-9F77-3C6C-9736C9CC2033}"/>
          </ac:spMkLst>
        </pc:spChg>
      </pc:sldChg>
      <pc:sldChg chg="modSp add mod">
        <pc:chgData name="Germena Stefania" userId="848a3578-c669-42d9-960b-fb42db2e6943" providerId="ADAL" clId="{0EF7214D-E59F-4D86-9B6A-2134479533EA}" dt="2026-06-22T10:56:33.011" v="495" actId="207"/>
        <pc:sldMkLst>
          <pc:docMk/>
          <pc:sldMk cId="436048907" sldId="300"/>
        </pc:sldMkLst>
        <pc:spChg chg="mod">
          <ac:chgData name="Germena Stefania" userId="848a3578-c669-42d9-960b-fb42db2e6943" providerId="ADAL" clId="{0EF7214D-E59F-4D86-9B6A-2134479533EA}" dt="2026-06-22T10:54:29.315" v="450" actId="207"/>
          <ac:spMkLst>
            <pc:docMk/>
            <pc:sldMk cId="436048907" sldId="300"/>
            <ac:spMk id="39" creationId="{9763C528-3676-0B6E-6955-3107453679E5}"/>
          </ac:spMkLst>
        </pc:spChg>
        <pc:spChg chg="mod">
          <ac:chgData name="Germena Stefania" userId="848a3578-c669-42d9-960b-fb42db2e6943" providerId="ADAL" clId="{0EF7214D-E59F-4D86-9B6A-2134479533EA}" dt="2026-06-22T10:56:33.011" v="495" actId="207"/>
          <ac:spMkLst>
            <pc:docMk/>
            <pc:sldMk cId="436048907" sldId="300"/>
            <ac:spMk id="52" creationId="{1464C636-8851-1268-C5BD-86775F2F8510}"/>
          </ac:spMkLst>
        </pc:spChg>
      </pc:sldChg>
      <pc:sldChg chg="addSp delSp modSp add mod delAnim">
        <pc:chgData name="Germena Stefania" userId="848a3578-c669-42d9-960b-fb42db2e6943" providerId="ADAL" clId="{0EF7214D-E59F-4D86-9B6A-2134479533EA}" dt="2026-06-22T13:16:09.465" v="633" actId="1076"/>
        <pc:sldMkLst>
          <pc:docMk/>
          <pc:sldMk cId="1568655157" sldId="301"/>
        </pc:sldMkLst>
        <pc:spChg chg="add mod">
          <ac:chgData name="Germena Stefania" userId="848a3578-c669-42d9-960b-fb42db2e6943" providerId="ADAL" clId="{0EF7214D-E59F-4D86-9B6A-2134479533EA}" dt="2026-06-22T13:16:09.465" v="633" actId="1076"/>
          <ac:spMkLst>
            <pc:docMk/>
            <pc:sldMk cId="1568655157" sldId="301"/>
            <ac:spMk id="5" creationId="{C64892C1-9BB6-211E-4504-94581360B004}"/>
          </ac:spMkLst>
        </pc:spChg>
        <pc:spChg chg="mod">
          <ac:chgData name="Germena Stefania" userId="848a3578-c669-42d9-960b-fb42db2e6943" providerId="ADAL" clId="{0EF7214D-E59F-4D86-9B6A-2134479533EA}" dt="2026-06-22T13:09:49.151" v="580" actId="313"/>
          <ac:spMkLst>
            <pc:docMk/>
            <pc:sldMk cId="1568655157" sldId="301"/>
            <ac:spMk id="39" creationId="{BA1F7222-2297-499E-D1DF-3D8806BA5181}"/>
          </ac:spMkLst>
        </pc:spChg>
        <pc:spChg chg="del mod">
          <ac:chgData name="Germena Stefania" userId="848a3578-c669-42d9-960b-fb42db2e6943" providerId="ADAL" clId="{0EF7214D-E59F-4D86-9B6A-2134479533EA}" dt="2026-06-22T13:09:41.733" v="578" actId="478"/>
          <ac:spMkLst>
            <pc:docMk/>
            <pc:sldMk cId="1568655157" sldId="301"/>
            <ac:spMk id="52" creationId="{7C3283E7-0E62-D1C5-0DA4-161C65A87ECE}"/>
          </ac:spMkLst>
        </pc:spChg>
        <pc:picChg chg="add mod">
          <ac:chgData name="Germena Stefania" userId="848a3578-c669-42d9-960b-fb42db2e6943" providerId="ADAL" clId="{0EF7214D-E59F-4D86-9B6A-2134479533EA}" dt="2026-06-22T13:15:50.338" v="630" actId="1076"/>
          <ac:picMkLst>
            <pc:docMk/>
            <pc:sldMk cId="1568655157" sldId="301"/>
            <ac:picMk id="3" creationId="{5B2CA8A9-95CC-8A8B-6D60-3CCC36C15E66}"/>
          </ac:picMkLst>
        </pc:picChg>
      </pc:sldChg>
      <pc:sldChg chg="addSp delSp modSp add mod modAnim">
        <pc:chgData name="Germena Stefania" userId="848a3578-c669-42d9-960b-fb42db2e6943" providerId="ADAL" clId="{0EF7214D-E59F-4D86-9B6A-2134479533EA}" dt="2026-06-22T15:21:04.679" v="1285" actId="1076"/>
        <pc:sldMkLst>
          <pc:docMk/>
          <pc:sldMk cId="1601781384" sldId="302"/>
        </pc:sldMkLst>
        <pc:spChg chg="add del mod">
          <ac:chgData name="Germena Stefania" userId="848a3578-c669-42d9-960b-fb42db2e6943" providerId="ADAL" clId="{0EF7214D-E59F-4D86-9B6A-2134479533EA}" dt="2026-06-22T13:16:19.558" v="634" actId="478"/>
          <ac:spMkLst>
            <pc:docMk/>
            <pc:sldMk cId="1601781384" sldId="302"/>
            <ac:spMk id="3" creationId="{782AE7A2-0E6C-3F80-ABBB-61779D5FE8C7}"/>
          </ac:spMkLst>
        </pc:spChg>
        <pc:spChg chg="add mod">
          <ac:chgData name="Germena Stefania" userId="848a3578-c669-42d9-960b-fb42db2e6943" providerId="ADAL" clId="{0EF7214D-E59F-4D86-9B6A-2134479533EA}" dt="2026-06-22T15:11:06.591" v="874" actId="207"/>
          <ac:spMkLst>
            <pc:docMk/>
            <pc:sldMk cId="1601781384" sldId="302"/>
            <ac:spMk id="4" creationId="{55D1098F-78D9-6E4D-7086-6B9145AF0410}"/>
          </ac:spMkLst>
        </pc:spChg>
        <pc:spChg chg="add mod">
          <ac:chgData name="Germena Stefania" userId="848a3578-c669-42d9-960b-fb42db2e6943" providerId="ADAL" clId="{0EF7214D-E59F-4D86-9B6A-2134479533EA}" dt="2026-06-22T15:12:46.816" v="1056" actId="207"/>
          <ac:spMkLst>
            <pc:docMk/>
            <pc:sldMk cId="1601781384" sldId="302"/>
            <ac:spMk id="5" creationId="{114C6162-E6FE-ADAC-2A97-62A6C3167179}"/>
          </ac:spMkLst>
        </pc:spChg>
        <pc:spChg chg="add mod">
          <ac:chgData name="Germena Stefania" userId="848a3578-c669-42d9-960b-fb42db2e6943" providerId="ADAL" clId="{0EF7214D-E59F-4D86-9B6A-2134479533EA}" dt="2026-06-22T15:13:29.238" v="1068" actId="1076"/>
          <ac:spMkLst>
            <pc:docMk/>
            <pc:sldMk cId="1601781384" sldId="302"/>
            <ac:spMk id="9" creationId="{03DB38A5-3701-C49C-EA59-4D31650A913D}"/>
          </ac:spMkLst>
        </pc:spChg>
        <pc:spChg chg="add mod">
          <ac:chgData name="Germena Stefania" userId="848a3578-c669-42d9-960b-fb42db2e6943" providerId="ADAL" clId="{0EF7214D-E59F-4D86-9B6A-2134479533EA}" dt="2026-06-22T15:21:04.679" v="1285" actId="1076"/>
          <ac:spMkLst>
            <pc:docMk/>
            <pc:sldMk cId="1601781384" sldId="302"/>
            <ac:spMk id="11" creationId="{AAC7E06F-BDF5-56E0-9DA9-E66E6BA05DA4}"/>
          </ac:spMkLst>
        </pc:spChg>
        <pc:spChg chg="mod">
          <ac:chgData name="Germena Stefania" userId="848a3578-c669-42d9-960b-fb42db2e6943" providerId="ADAL" clId="{0EF7214D-E59F-4D86-9B6A-2134479533EA}" dt="2026-06-22T15:01:58.028" v="646" actId="1076"/>
          <ac:spMkLst>
            <pc:docMk/>
            <pc:sldMk cId="1601781384" sldId="302"/>
            <ac:spMk id="34" creationId="{FC38CD62-5C0D-235C-0965-4B9CCDC85FA0}"/>
          </ac:spMkLst>
        </pc:spChg>
        <pc:spChg chg="del">
          <ac:chgData name="Germena Stefania" userId="848a3578-c669-42d9-960b-fb42db2e6943" providerId="ADAL" clId="{0EF7214D-E59F-4D86-9B6A-2134479533EA}" dt="2026-06-22T13:10:06.432" v="582" actId="478"/>
          <ac:spMkLst>
            <pc:docMk/>
            <pc:sldMk cId="1601781384" sldId="302"/>
            <ac:spMk id="38" creationId="{4BE19D9B-528D-D5E7-0E00-47808CD60CA2}"/>
          </ac:spMkLst>
        </pc:spChg>
        <pc:spChg chg="mod">
          <ac:chgData name="Germena Stefania" userId="848a3578-c669-42d9-960b-fb42db2e6943" providerId="ADAL" clId="{0EF7214D-E59F-4D86-9B6A-2134479533EA}" dt="2026-06-22T15:10:46.136" v="870" actId="207"/>
          <ac:spMkLst>
            <pc:docMk/>
            <pc:sldMk cId="1601781384" sldId="302"/>
            <ac:spMk id="39" creationId="{677515F5-B3A5-7643-6214-FF310F5D1F12}"/>
          </ac:spMkLst>
        </pc:spChg>
        <pc:picChg chg="add mod">
          <ac:chgData name="Germena Stefania" userId="848a3578-c669-42d9-960b-fb42db2e6943" providerId="ADAL" clId="{0EF7214D-E59F-4D86-9B6A-2134479533EA}" dt="2026-06-22T15:13:04.864" v="1061" actId="1076"/>
          <ac:picMkLst>
            <pc:docMk/>
            <pc:sldMk cId="1601781384" sldId="302"/>
            <ac:picMk id="7" creationId="{02079D6A-1B19-7A4D-F731-8D4D091549AB}"/>
          </ac:picMkLst>
        </pc:picChg>
      </pc:sldChg>
      <pc:sldChg chg="addSp delSp modSp new mod modTransition">
        <pc:chgData name="Germena Stefania" userId="848a3578-c669-42d9-960b-fb42db2e6943" providerId="ADAL" clId="{0EF7214D-E59F-4D86-9B6A-2134479533EA}" dt="2026-06-22T15:13:15.293" v="1063" actId="1076"/>
        <pc:sldMkLst>
          <pc:docMk/>
          <pc:sldMk cId="3608010679" sldId="303"/>
        </pc:sldMkLst>
        <pc:spChg chg="del">
          <ac:chgData name="Germena Stefania" userId="848a3578-c669-42d9-960b-fb42db2e6943" providerId="ADAL" clId="{0EF7214D-E59F-4D86-9B6A-2134479533EA}" dt="2026-06-22T13:10:43.130" v="608" actId="478"/>
          <ac:spMkLst>
            <pc:docMk/>
            <pc:sldMk cId="3608010679" sldId="303"/>
            <ac:spMk id="2" creationId="{C020A57C-F5CA-9DBF-84CF-B9B9F6FAA022}"/>
          </ac:spMkLst>
        </pc:spChg>
        <pc:spChg chg="del">
          <ac:chgData name="Germena Stefania" userId="848a3578-c669-42d9-960b-fb42db2e6943" providerId="ADAL" clId="{0EF7214D-E59F-4D86-9B6A-2134479533EA}" dt="2026-06-22T13:10:42.664" v="607" actId="478"/>
          <ac:spMkLst>
            <pc:docMk/>
            <pc:sldMk cId="3608010679" sldId="303"/>
            <ac:spMk id="3" creationId="{EE087441-2533-130D-1F34-BE094203D8C6}"/>
          </ac:spMkLst>
        </pc:spChg>
        <pc:spChg chg="add mod">
          <ac:chgData name="Germena Stefania" userId="848a3578-c669-42d9-960b-fb42db2e6943" providerId="ADAL" clId="{0EF7214D-E59F-4D86-9B6A-2134479533EA}" dt="2026-06-22T13:15:26.509" v="621" actId="1076"/>
          <ac:spMkLst>
            <pc:docMk/>
            <pc:sldMk cId="3608010679" sldId="303"/>
            <ac:spMk id="5" creationId="{7815648B-8ABC-FC37-F734-EA857AD179E1}"/>
          </ac:spMkLst>
        </pc:spChg>
        <pc:spChg chg="add mod">
          <ac:chgData name="Germena Stefania" userId="848a3578-c669-42d9-960b-fb42db2e6943" providerId="ADAL" clId="{0EF7214D-E59F-4D86-9B6A-2134479533EA}" dt="2026-06-22T15:13:15.293" v="1063" actId="1076"/>
          <ac:spMkLst>
            <pc:docMk/>
            <pc:sldMk cId="3608010679" sldId="303"/>
            <ac:spMk id="11" creationId="{36A39FDE-C5B0-01D3-1468-C33D28976835}"/>
          </ac:spMkLst>
        </pc:spChg>
        <pc:picChg chg="add del mod">
          <ac:chgData name="Germena Stefania" userId="848a3578-c669-42d9-960b-fb42db2e6943" providerId="ADAL" clId="{0EF7214D-E59F-4D86-9B6A-2134479533EA}" dt="2026-06-22T13:13:43.047" v="611" actId="478"/>
          <ac:picMkLst>
            <pc:docMk/>
            <pc:sldMk cId="3608010679" sldId="303"/>
            <ac:picMk id="7" creationId="{E64A14B0-E12C-7C77-E6CE-E4120C6547A5}"/>
          </ac:picMkLst>
        </pc:picChg>
        <pc:picChg chg="add mod">
          <ac:chgData name="Germena Stefania" userId="848a3578-c669-42d9-960b-fb42db2e6943" providerId="ADAL" clId="{0EF7214D-E59F-4D86-9B6A-2134479533EA}" dt="2026-06-22T13:15:34.509" v="626" actId="1076"/>
          <ac:picMkLst>
            <pc:docMk/>
            <pc:sldMk cId="3608010679" sldId="303"/>
            <ac:picMk id="9" creationId="{83F2A3A5-904A-B3E7-A734-D893ACB32A5F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2T15:21:54.922" v="1308"/>
        <pc:sldMkLst>
          <pc:docMk/>
          <pc:sldMk cId="1594505962" sldId="304"/>
        </pc:sldMkLst>
        <pc:spChg chg="add mod">
          <ac:chgData name="Germena Stefania" userId="848a3578-c669-42d9-960b-fb42db2e6943" providerId="ADAL" clId="{0EF7214D-E59F-4D86-9B6A-2134479533EA}" dt="2026-06-22T15:20:55.824" v="1283" actId="207"/>
          <ac:spMkLst>
            <pc:docMk/>
            <pc:sldMk cId="1594505962" sldId="304"/>
            <ac:spMk id="3" creationId="{FA0AD60A-EFBB-AA9C-F416-8EA85BB8D2D3}"/>
          </ac:spMkLst>
        </pc:spChg>
        <pc:spChg chg="mod">
          <ac:chgData name="Germena Stefania" userId="848a3578-c669-42d9-960b-fb42db2e6943" providerId="ADAL" clId="{0EF7214D-E59F-4D86-9B6A-2134479533EA}" dt="2026-06-22T15:20:44.644" v="1278" actId="1076"/>
          <ac:spMkLst>
            <pc:docMk/>
            <pc:sldMk cId="1594505962" sldId="304"/>
            <ac:spMk id="4" creationId="{7A55E483-213F-C1AE-9F49-005A8CE68377}"/>
          </ac:spMkLst>
        </pc:spChg>
        <pc:spChg chg="del">
          <ac:chgData name="Germena Stefania" userId="848a3578-c669-42d9-960b-fb42db2e6943" providerId="ADAL" clId="{0EF7214D-E59F-4D86-9B6A-2134479533EA}" dt="2026-06-22T15:19:38.830" v="1123" actId="478"/>
          <ac:spMkLst>
            <pc:docMk/>
            <pc:sldMk cId="1594505962" sldId="304"/>
            <ac:spMk id="5" creationId="{E6B19764-95E9-8FF4-DF9A-35090634CFFC}"/>
          </ac:spMkLst>
        </pc:spChg>
        <pc:spChg chg="add mod">
          <ac:chgData name="Germena Stefania" userId="848a3578-c669-42d9-960b-fb42db2e6943" providerId="ADAL" clId="{0EF7214D-E59F-4D86-9B6A-2134479533EA}" dt="2026-06-22T15:21:10.154" v="1287" actId="1076"/>
          <ac:spMkLst>
            <pc:docMk/>
            <pc:sldMk cId="1594505962" sldId="304"/>
            <ac:spMk id="7" creationId="{3242C4A7-21F6-E679-A521-3ED90E4EDD9F}"/>
          </ac:spMkLst>
        </pc:spChg>
        <pc:spChg chg="add mod">
          <ac:chgData name="Germena Stefania" userId="848a3578-c669-42d9-960b-fb42db2e6943" providerId="ADAL" clId="{0EF7214D-E59F-4D86-9B6A-2134479533EA}" dt="2026-06-22T15:21:46.977" v="1307" actId="1076"/>
          <ac:spMkLst>
            <pc:docMk/>
            <pc:sldMk cId="1594505962" sldId="304"/>
            <ac:spMk id="9" creationId="{A1000198-3F45-8949-22AE-87941B883316}"/>
          </ac:spMkLst>
        </pc:spChg>
        <pc:spChg chg="mod">
          <ac:chgData name="Germena Stefania" userId="848a3578-c669-42d9-960b-fb42db2e6943" providerId="ADAL" clId="{0EF7214D-E59F-4D86-9B6A-2134479533EA}" dt="2026-06-22T15:13:52.920" v="1085" actId="14100"/>
          <ac:spMkLst>
            <pc:docMk/>
            <pc:sldMk cId="1594505962" sldId="304"/>
            <ac:spMk id="34" creationId="{B01DA5BA-9D24-8773-D24F-4C3E12893510}"/>
          </ac:spMkLst>
        </pc:spChg>
        <pc:spChg chg="mod">
          <ac:chgData name="Germena Stefania" userId="848a3578-c669-42d9-960b-fb42db2e6943" providerId="ADAL" clId="{0EF7214D-E59F-4D86-9B6A-2134479533EA}" dt="2026-06-22T15:20:47.808" v="1279" actId="1076"/>
          <ac:spMkLst>
            <pc:docMk/>
            <pc:sldMk cId="1594505962" sldId="304"/>
            <ac:spMk id="39" creationId="{13F3E743-6DCE-92F7-E957-21AAF30DDC4D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2T15:47:51.636" v="1482" actId="1076"/>
        <pc:sldMkLst>
          <pc:docMk/>
          <pc:sldMk cId="2903417394" sldId="305"/>
        </pc:sldMkLst>
        <pc:spChg chg="del">
          <ac:chgData name="Germena Stefania" userId="848a3578-c669-42d9-960b-fb42db2e6943" providerId="ADAL" clId="{0EF7214D-E59F-4D86-9B6A-2134479533EA}" dt="2026-06-22T15:37:56.188" v="1315" actId="478"/>
          <ac:spMkLst>
            <pc:docMk/>
            <pc:sldMk cId="2903417394" sldId="305"/>
            <ac:spMk id="3" creationId="{8C65AA3B-BC68-0A80-ED5D-B748B1DFDFF3}"/>
          </ac:spMkLst>
        </pc:spChg>
        <pc:spChg chg="del">
          <ac:chgData name="Germena Stefania" userId="848a3578-c669-42d9-960b-fb42db2e6943" providerId="ADAL" clId="{0EF7214D-E59F-4D86-9B6A-2134479533EA}" dt="2026-06-22T15:37:54.229" v="1314" actId="478"/>
          <ac:spMkLst>
            <pc:docMk/>
            <pc:sldMk cId="2903417394" sldId="305"/>
            <ac:spMk id="4" creationId="{DD522839-5142-7D78-CA91-5C2CDFDEDD32}"/>
          </ac:spMkLst>
        </pc:spChg>
        <pc:spChg chg="add mod">
          <ac:chgData name="Germena Stefania" userId="848a3578-c669-42d9-960b-fb42db2e6943" providerId="ADAL" clId="{0EF7214D-E59F-4D86-9B6A-2134479533EA}" dt="2026-06-22T15:21:41.523" v="1305" actId="1076"/>
          <ac:spMkLst>
            <pc:docMk/>
            <pc:sldMk cId="2903417394" sldId="305"/>
            <ac:spMk id="5" creationId="{59918D9D-61DB-B26A-CB8F-CB822782194B}"/>
          </ac:spMkLst>
        </pc:spChg>
        <pc:spChg chg="del">
          <ac:chgData name="Germena Stefania" userId="848a3578-c669-42d9-960b-fb42db2e6943" providerId="ADAL" clId="{0EF7214D-E59F-4D86-9B6A-2134479533EA}" dt="2026-06-22T15:21:38.937" v="1303" actId="478"/>
          <ac:spMkLst>
            <pc:docMk/>
            <pc:sldMk cId="2903417394" sldId="305"/>
            <ac:spMk id="7" creationId="{E741A71F-7F35-6C81-81AB-46EC97DCDD20}"/>
          </ac:spMkLst>
        </pc:spChg>
        <pc:spChg chg="add mod">
          <ac:chgData name="Germena Stefania" userId="848a3578-c669-42d9-960b-fb42db2e6943" providerId="ADAL" clId="{0EF7214D-E59F-4D86-9B6A-2134479533EA}" dt="2026-06-22T15:42:31.532" v="1386" actId="207"/>
          <ac:spMkLst>
            <pc:docMk/>
            <pc:sldMk cId="2903417394" sldId="305"/>
            <ac:spMk id="8" creationId="{0830EDFB-C5F6-32F9-BFCA-A492E9755E74}"/>
          </ac:spMkLst>
        </pc:spChg>
        <pc:spChg chg="add mod">
          <ac:chgData name="Germena Stefania" userId="848a3578-c669-42d9-960b-fb42db2e6943" providerId="ADAL" clId="{0EF7214D-E59F-4D86-9B6A-2134479533EA}" dt="2026-06-22T15:43:08.334" v="1392" actId="207"/>
          <ac:spMkLst>
            <pc:docMk/>
            <pc:sldMk cId="2903417394" sldId="305"/>
            <ac:spMk id="9" creationId="{52E692BB-B56D-8F89-FC5E-509F101C3327}"/>
          </ac:spMkLst>
        </pc:spChg>
        <pc:spChg chg="mod">
          <ac:chgData name="Germena Stefania" userId="848a3578-c669-42d9-960b-fb42db2e6943" providerId="ADAL" clId="{0EF7214D-E59F-4D86-9B6A-2134479533EA}" dt="2026-06-22T15:21:31.266" v="1302" actId="14100"/>
          <ac:spMkLst>
            <pc:docMk/>
            <pc:sldMk cId="2903417394" sldId="305"/>
            <ac:spMk id="34" creationId="{AA555CF6-2F02-F946-0D8F-28CDF8C4D778}"/>
          </ac:spMkLst>
        </pc:spChg>
        <pc:spChg chg="mod">
          <ac:chgData name="Germena Stefania" userId="848a3578-c669-42d9-960b-fb42db2e6943" providerId="ADAL" clId="{0EF7214D-E59F-4D86-9B6A-2134479533EA}" dt="2026-06-22T15:44:16.164" v="1426" actId="20577"/>
          <ac:spMkLst>
            <pc:docMk/>
            <pc:sldMk cId="2903417394" sldId="305"/>
            <ac:spMk id="39" creationId="{6558B374-5C6B-5075-570B-F49F9FF38EBC}"/>
          </ac:spMkLst>
        </pc:spChg>
        <pc:picChg chg="add mod">
          <ac:chgData name="Germena Stefania" userId="848a3578-c669-42d9-960b-fb42db2e6943" providerId="ADAL" clId="{0EF7214D-E59F-4D86-9B6A-2134479533EA}" dt="2026-06-22T15:47:38.879" v="1474" actId="1076"/>
          <ac:picMkLst>
            <pc:docMk/>
            <pc:sldMk cId="2903417394" sldId="305"/>
            <ac:picMk id="11" creationId="{7E0BEAEF-034F-B2EF-EAA1-A772EA06E4E8}"/>
          </ac:picMkLst>
        </pc:picChg>
        <pc:picChg chg="add mod">
          <ac:chgData name="Germena Stefania" userId="848a3578-c669-42d9-960b-fb42db2e6943" providerId="ADAL" clId="{0EF7214D-E59F-4D86-9B6A-2134479533EA}" dt="2026-06-22T15:47:51.636" v="1482" actId="1076"/>
          <ac:picMkLst>
            <pc:docMk/>
            <pc:sldMk cId="2903417394" sldId="305"/>
            <ac:picMk id="13" creationId="{4AE17730-32BA-7071-9797-ACFAF40408D3}"/>
          </ac:picMkLst>
        </pc:picChg>
      </pc:sldChg>
      <pc:sldChg chg="addSp delSp modSp add mod ord delAnim">
        <pc:chgData name="Germena Stefania" userId="848a3578-c669-42d9-960b-fb42db2e6943" providerId="ADAL" clId="{0EF7214D-E59F-4D86-9B6A-2134479533EA}" dt="2026-06-23T11:57:28.213" v="2194" actId="20578"/>
        <pc:sldMkLst>
          <pc:docMk/>
          <pc:sldMk cId="3562935133" sldId="306"/>
        </pc:sldMkLst>
        <pc:spChg chg="add mod">
          <ac:chgData name="Germena Stefania" userId="848a3578-c669-42d9-960b-fb42db2e6943" providerId="ADAL" clId="{0EF7214D-E59F-4D86-9B6A-2134479533EA}" dt="2026-06-22T15:44:00.751" v="1400" actId="571"/>
          <ac:spMkLst>
            <pc:docMk/>
            <pc:sldMk cId="3562935133" sldId="306"/>
            <ac:spMk id="2" creationId="{8FCAF326-4CDB-04BC-7898-C60883707016}"/>
          </ac:spMkLst>
        </pc:spChg>
        <pc:spChg chg="add mod">
          <ac:chgData name="Germena Stefania" userId="848a3578-c669-42d9-960b-fb42db2e6943" providerId="ADAL" clId="{0EF7214D-E59F-4D86-9B6A-2134479533EA}" dt="2026-06-22T15:47:25.614" v="1470" actId="1076"/>
          <ac:spMkLst>
            <pc:docMk/>
            <pc:sldMk cId="3562935133" sldId="306"/>
            <ac:spMk id="3" creationId="{87768B83-693F-8A9A-9D9D-1F8E1A432DD0}"/>
          </ac:spMkLst>
        </pc:spChg>
        <pc:spChg chg="del">
          <ac:chgData name="Germena Stefania" userId="848a3578-c669-42d9-960b-fb42db2e6943" providerId="ADAL" clId="{0EF7214D-E59F-4D86-9B6A-2134479533EA}" dt="2026-06-22T15:43:56.944" v="1399" actId="478"/>
          <ac:spMkLst>
            <pc:docMk/>
            <pc:sldMk cId="3562935133" sldId="306"/>
            <ac:spMk id="5" creationId="{B7E705A0-915C-F32E-308E-22E0AC213028}"/>
          </ac:spMkLst>
        </pc:spChg>
        <pc:spChg chg="del">
          <ac:chgData name="Germena Stefania" userId="848a3578-c669-42d9-960b-fb42db2e6943" providerId="ADAL" clId="{0EF7214D-E59F-4D86-9B6A-2134479533EA}" dt="2026-06-22T15:43:53.210" v="1397" actId="478"/>
          <ac:spMkLst>
            <pc:docMk/>
            <pc:sldMk cId="3562935133" sldId="306"/>
            <ac:spMk id="8" creationId="{FBEC9AFA-0B22-5D4C-95DE-C3BC14895E21}"/>
          </ac:spMkLst>
        </pc:spChg>
        <pc:spChg chg="del">
          <ac:chgData name="Germena Stefania" userId="848a3578-c669-42d9-960b-fb42db2e6943" providerId="ADAL" clId="{0EF7214D-E59F-4D86-9B6A-2134479533EA}" dt="2026-06-22T15:43:54.197" v="1398" actId="478"/>
          <ac:spMkLst>
            <pc:docMk/>
            <pc:sldMk cId="3562935133" sldId="306"/>
            <ac:spMk id="9" creationId="{DA110C68-F912-6E15-C7E7-EB4122963E68}"/>
          </ac:spMkLst>
        </pc:spChg>
        <pc:spChg chg="del mod">
          <ac:chgData name="Germena Stefania" userId="848a3578-c669-42d9-960b-fb42db2e6943" providerId="ADAL" clId="{0EF7214D-E59F-4D86-9B6A-2134479533EA}" dt="2026-06-22T15:44:03.637" v="1402" actId="478"/>
          <ac:spMkLst>
            <pc:docMk/>
            <pc:sldMk cId="3562935133" sldId="306"/>
            <ac:spMk id="34" creationId="{1EE2889C-440F-2428-169F-E46B41ED549A}"/>
          </ac:spMkLst>
        </pc:spChg>
        <pc:spChg chg="del">
          <ac:chgData name="Germena Stefania" userId="848a3578-c669-42d9-960b-fb42db2e6943" providerId="ADAL" clId="{0EF7214D-E59F-4D86-9B6A-2134479533EA}" dt="2026-06-22T15:43:51.730" v="1396" actId="478"/>
          <ac:spMkLst>
            <pc:docMk/>
            <pc:sldMk cId="3562935133" sldId="306"/>
            <ac:spMk id="39" creationId="{CD761E65-A20D-42A9-A1B0-3E15DEA96028}"/>
          </ac:spMkLst>
        </pc:spChg>
        <pc:picChg chg="add mod modCrop">
          <ac:chgData name="Germena Stefania" userId="848a3578-c669-42d9-960b-fb42db2e6943" providerId="ADAL" clId="{0EF7214D-E59F-4D86-9B6A-2134479533EA}" dt="2026-06-22T15:47:17.400" v="1468" actId="1076"/>
          <ac:picMkLst>
            <pc:docMk/>
            <pc:sldMk cId="3562935133" sldId="306"/>
            <ac:picMk id="6" creationId="{9D9DB6E7-8417-D861-F3DE-E86B7F9F48C8}"/>
          </ac:picMkLst>
        </pc:picChg>
        <pc:picChg chg="add mod modCrop">
          <ac:chgData name="Germena Stefania" userId="848a3578-c669-42d9-960b-fb42db2e6943" providerId="ADAL" clId="{0EF7214D-E59F-4D86-9B6A-2134479533EA}" dt="2026-06-22T15:47:06.737" v="1465" actId="732"/>
          <ac:picMkLst>
            <pc:docMk/>
            <pc:sldMk cId="3562935133" sldId="306"/>
            <ac:picMk id="10" creationId="{211B1083-D933-5137-BBBD-2CBA0C76D089}"/>
          </ac:picMkLst>
        </pc:picChg>
      </pc:sldChg>
      <pc:sldChg chg="addSp delSp modSp add mod modAnim">
        <pc:chgData name="Germena Stefania" userId="848a3578-c669-42d9-960b-fb42db2e6943" providerId="ADAL" clId="{0EF7214D-E59F-4D86-9B6A-2134479533EA}" dt="2026-06-22T16:25:06.766" v="1771" actId="1076"/>
        <pc:sldMkLst>
          <pc:docMk/>
          <pc:sldMk cId="2085743595" sldId="307"/>
        </pc:sldMkLst>
        <pc:spChg chg="del">
          <ac:chgData name="Germena Stefania" userId="848a3578-c669-42d9-960b-fb42db2e6943" providerId="ADAL" clId="{0EF7214D-E59F-4D86-9B6A-2134479533EA}" dt="2026-06-22T15:48:16.491" v="1490" actId="478"/>
          <ac:spMkLst>
            <pc:docMk/>
            <pc:sldMk cId="2085743595" sldId="307"/>
            <ac:spMk id="2" creationId="{E0E80193-E7D7-AD9D-FF1D-EE410A68822F}"/>
          </ac:spMkLst>
        </pc:spChg>
        <pc:spChg chg="mod">
          <ac:chgData name="Germena Stefania" userId="848a3578-c669-42d9-960b-fb42db2e6943" providerId="ADAL" clId="{0EF7214D-E59F-4D86-9B6A-2134479533EA}" dt="2026-06-22T15:48:20.892" v="1491" actId="1076"/>
          <ac:spMkLst>
            <pc:docMk/>
            <pc:sldMk cId="2085743595" sldId="307"/>
            <ac:spMk id="3" creationId="{A32BD1C9-964A-C596-E707-FADAC2397DC5}"/>
          </ac:spMkLst>
        </pc:spChg>
        <pc:spChg chg="add del mod">
          <ac:chgData name="Germena Stefania" userId="848a3578-c669-42d9-960b-fb42db2e6943" providerId="ADAL" clId="{0EF7214D-E59F-4D86-9B6A-2134479533EA}" dt="2026-06-22T15:49:22.785" v="1495"/>
          <ac:spMkLst>
            <pc:docMk/>
            <pc:sldMk cId="2085743595" sldId="307"/>
            <ac:spMk id="4" creationId="{8E8E0A3A-D448-7313-453D-E72922801A69}"/>
          </ac:spMkLst>
        </pc:spChg>
        <pc:spChg chg="add mod">
          <ac:chgData name="Germena Stefania" userId="848a3578-c669-42d9-960b-fb42db2e6943" providerId="ADAL" clId="{0EF7214D-E59F-4D86-9B6A-2134479533EA}" dt="2026-06-22T15:56:53.257" v="1577" actId="1076"/>
          <ac:spMkLst>
            <pc:docMk/>
            <pc:sldMk cId="2085743595" sldId="307"/>
            <ac:spMk id="7" creationId="{2B3A12CC-9E55-7B4C-2EC8-4ED518F27C3C}"/>
          </ac:spMkLst>
        </pc:spChg>
        <pc:spChg chg="add mod">
          <ac:chgData name="Germena Stefania" userId="848a3578-c669-42d9-960b-fb42db2e6943" providerId="ADAL" clId="{0EF7214D-E59F-4D86-9B6A-2134479533EA}" dt="2026-06-22T16:24:56.305" v="1770" actId="207"/>
          <ac:spMkLst>
            <pc:docMk/>
            <pc:sldMk cId="2085743595" sldId="307"/>
            <ac:spMk id="8" creationId="{F71D14F5-090F-2C2D-2B59-59631B18EA93}"/>
          </ac:spMkLst>
        </pc:spChg>
        <pc:spChg chg="add mod">
          <ac:chgData name="Germena Stefania" userId="848a3578-c669-42d9-960b-fb42db2e6943" providerId="ADAL" clId="{0EF7214D-E59F-4D86-9B6A-2134479533EA}" dt="2026-06-22T16:25:06.766" v="1771" actId="1076"/>
          <ac:spMkLst>
            <pc:docMk/>
            <pc:sldMk cId="2085743595" sldId="307"/>
            <ac:spMk id="11" creationId="{0FB4FB80-98A0-B5E0-6192-5385B3736EB5}"/>
          </ac:spMkLst>
        </pc:spChg>
        <pc:picChg chg="mod">
          <ac:chgData name="Germena Stefania" userId="848a3578-c669-42d9-960b-fb42db2e6943" providerId="ADAL" clId="{0EF7214D-E59F-4D86-9B6A-2134479533EA}" dt="2026-06-22T15:48:13.647" v="1489" actId="1076"/>
          <ac:picMkLst>
            <pc:docMk/>
            <pc:sldMk cId="2085743595" sldId="307"/>
            <ac:picMk id="6" creationId="{C50B6FD3-4460-B31B-5DF3-C875DF2997CE}"/>
          </ac:picMkLst>
        </pc:picChg>
        <pc:picChg chg="mod">
          <ac:chgData name="Germena Stefania" userId="848a3578-c669-42d9-960b-fb42db2e6943" providerId="ADAL" clId="{0EF7214D-E59F-4D86-9B6A-2134479533EA}" dt="2026-06-22T15:48:28.160" v="1492" actId="1076"/>
          <ac:picMkLst>
            <pc:docMk/>
            <pc:sldMk cId="2085743595" sldId="307"/>
            <ac:picMk id="10" creationId="{575F6900-11F3-8C8F-7BE7-D36AB24ED6A5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2T16:34:13.246" v="1804" actId="207"/>
        <pc:sldMkLst>
          <pc:docMk/>
          <pc:sldMk cId="633757909" sldId="308"/>
        </pc:sldMkLst>
        <pc:spChg chg="add mod">
          <ac:chgData name="Germena Stefania" userId="848a3578-c669-42d9-960b-fb42db2e6943" providerId="ADAL" clId="{0EF7214D-E59F-4D86-9B6A-2134479533EA}" dt="2026-06-22T16:32:34.073" v="1802" actId="207"/>
          <ac:spMkLst>
            <pc:docMk/>
            <pc:sldMk cId="633757909" sldId="308"/>
            <ac:spMk id="2" creationId="{91A79927-895A-6D67-F7CE-78331E199BF6}"/>
          </ac:spMkLst>
        </pc:spChg>
        <pc:spChg chg="mod">
          <ac:chgData name="Germena Stefania" userId="848a3578-c669-42d9-960b-fb42db2e6943" providerId="ADAL" clId="{0EF7214D-E59F-4D86-9B6A-2134479533EA}" dt="2026-06-22T16:00:01.044" v="1598" actId="14100"/>
          <ac:spMkLst>
            <pc:docMk/>
            <pc:sldMk cId="633757909" sldId="308"/>
            <ac:spMk id="3" creationId="{904EA3C3-7133-5D71-DE43-6442BF15B365}"/>
          </ac:spMkLst>
        </pc:spChg>
        <pc:spChg chg="add mod">
          <ac:chgData name="Germena Stefania" userId="848a3578-c669-42d9-960b-fb42db2e6943" providerId="ADAL" clId="{0EF7214D-E59F-4D86-9B6A-2134479533EA}" dt="2026-06-22T16:34:13.246" v="1804" actId="207"/>
          <ac:spMkLst>
            <pc:docMk/>
            <pc:sldMk cId="633757909" sldId="308"/>
            <ac:spMk id="4" creationId="{056657CB-151B-1A63-4B0A-2A1B339F3ADA}"/>
          </ac:spMkLst>
        </pc:spChg>
        <pc:spChg chg="mod">
          <ac:chgData name="Germena Stefania" userId="848a3578-c669-42d9-960b-fb42db2e6943" providerId="ADAL" clId="{0EF7214D-E59F-4D86-9B6A-2134479533EA}" dt="2026-06-22T16:32:21.412" v="1797" actId="207"/>
          <ac:spMkLst>
            <pc:docMk/>
            <pc:sldMk cId="633757909" sldId="308"/>
            <ac:spMk id="7" creationId="{A84089A6-6267-4F73-6EB9-6AE51D939628}"/>
          </ac:spMkLst>
        </pc:spChg>
        <pc:spChg chg="del">
          <ac:chgData name="Germena Stefania" userId="848a3578-c669-42d9-960b-fb42db2e6943" providerId="ADAL" clId="{0EF7214D-E59F-4D86-9B6A-2134479533EA}" dt="2026-06-22T16:01:16.417" v="1601" actId="478"/>
          <ac:spMkLst>
            <pc:docMk/>
            <pc:sldMk cId="633757909" sldId="308"/>
            <ac:spMk id="8" creationId="{BEF5468E-ED28-1994-AA0F-162B1C87FF0A}"/>
          </ac:spMkLst>
        </pc:spChg>
        <pc:spChg chg="del">
          <ac:chgData name="Germena Stefania" userId="848a3578-c669-42d9-960b-fb42db2e6943" providerId="ADAL" clId="{0EF7214D-E59F-4D86-9B6A-2134479533EA}" dt="2026-06-22T16:01:17.422" v="1602" actId="478"/>
          <ac:spMkLst>
            <pc:docMk/>
            <pc:sldMk cId="633757909" sldId="308"/>
            <ac:spMk id="11" creationId="{AB9B788E-2A13-E4A8-F62B-EE9B8D4C3A0D}"/>
          </ac:spMkLst>
        </pc:spChg>
        <pc:picChg chg="del">
          <ac:chgData name="Germena Stefania" userId="848a3578-c669-42d9-960b-fb42db2e6943" providerId="ADAL" clId="{0EF7214D-E59F-4D86-9B6A-2134479533EA}" dt="2026-06-22T15:59:09.195" v="1589" actId="478"/>
          <ac:picMkLst>
            <pc:docMk/>
            <pc:sldMk cId="633757909" sldId="308"/>
            <ac:picMk id="6" creationId="{623665FD-61DD-64DB-5BE2-E874B5F89119}"/>
          </ac:picMkLst>
        </pc:picChg>
        <pc:picChg chg="del">
          <ac:chgData name="Germena Stefania" userId="848a3578-c669-42d9-960b-fb42db2e6943" providerId="ADAL" clId="{0EF7214D-E59F-4D86-9B6A-2134479533EA}" dt="2026-06-22T15:59:08.479" v="1588" actId="478"/>
          <ac:picMkLst>
            <pc:docMk/>
            <pc:sldMk cId="633757909" sldId="308"/>
            <ac:picMk id="10" creationId="{E8D97342-4E23-B7E5-46B0-34D108C47FDD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2T16:43:32.359" v="1855" actId="207"/>
        <pc:sldMkLst>
          <pc:docMk/>
          <pc:sldMk cId="358904020" sldId="309"/>
        </pc:sldMkLst>
        <pc:spChg chg="del">
          <ac:chgData name="Germena Stefania" userId="848a3578-c669-42d9-960b-fb42db2e6943" providerId="ADAL" clId="{0EF7214D-E59F-4D86-9B6A-2134479533EA}" dt="2026-06-22T16:39:52.081" v="1810" actId="478"/>
          <ac:spMkLst>
            <pc:docMk/>
            <pc:sldMk cId="358904020" sldId="309"/>
            <ac:spMk id="2" creationId="{7AD2386B-F4C0-A5D1-0CE8-988752639157}"/>
          </ac:spMkLst>
        </pc:spChg>
        <pc:spChg chg="mod">
          <ac:chgData name="Germena Stefania" userId="848a3578-c669-42d9-960b-fb42db2e6943" providerId="ADAL" clId="{0EF7214D-E59F-4D86-9B6A-2134479533EA}" dt="2026-06-22T16:39:58.999" v="1818" actId="20577"/>
          <ac:spMkLst>
            <pc:docMk/>
            <pc:sldMk cId="358904020" sldId="309"/>
            <ac:spMk id="3" creationId="{2FA0BCF3-87E4-B9D6-CAE6-CBF8C364FBFD}"/>
          </ac:spMkLst>
        </pc:spChg>
        <pc:spChg chg="del">
          <ac:chgData name="Germena Stefania" userId="848a3578-c669-42d9-960b-fb42db2e6943" providerId="ADAL" clId="{0EF7214D-E59F-4D86-9B6A-2134479533EA}" dt="2026-06-22T16:39:53.374" v="1811" actId="478"/>
          <ac:spMkLst>
            <pc:docMk/>
            <pc:sldMk cId="358904020" sldId="309"/>
            <ac:spMk id="4" creationId="{86AF0A56-5E48-60A0-2034-34AEF1F143BF}"/>
          </ac:spMkLst>
        </pc:spChg>
        <pc:spChg chg="add mod">
          <ac:chgData name="Germena Stefania" userId="848a3578-c669-42d9-960b-fb42db2e6943" providerId="ADAL" clId="{0EF7214D-E59F-4D86-9B6A-2134479533EA}" dt="2026-06-22T16:41:16.595" v="1850" actId="207"/>
          <ac:spMkLst>
            <pc:docMk/>
            <pc:sldMk cId="358904020" sldId="309"/>
            <ac:spMk id="5" creationId="{ABA24E13-EF03-B83D-2E05-B61F6B30EC3E}"/>
          </ac:spMkLst>
        </pc:spChg>
        <pc:spChg chg="mod">
          <ac:chgData name="Germena Stefania" userId="848a3578-c669-42d9-960b-fb42db2e6943" providerId="ADAL" clId="{0EF7214D-E59F-4D86-9B6A-2134479533EA}" dt="2026-06-22T16:43:32.359" v="1855" actId="207"/>
          <ac:spMkLst>
            <pc:docMk/>
            <pc:sldMk cId="358904020" sldId="309"/>
            <ac:spMk id="7" creationId="{0AD4C42B-A0D8-600B-A8F0-2C1A13047B17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3T07:36:57.522" v="2096" actId="20577"/>
        <pc:sldMkLst>
          <pc:docMk/>
          <pc:sldMk cId="1903898355" sldId="310"/>
        </pc:sldMkLst>
        <pc:spChg chg="add mod">
          <ac:chgData name="Germena Stefania" userId="848a3578-c669-42d9-960b-fb42db2e6943" providerId="ADAL" clId="{0EF7214D-E59F-4D86-9B6A-2134479533EA}" dt="2026-06-22T16:58:48.446" v="1899" actId="5793"/>
          <ac:spMkLst>
            <pc:docMk/>
            <pc:sldMk cId="1903898355" sldId="310"/>
            <ac:spMk id="2" creationId="{972CCC3F-8A31-54F1-052C-C182128AAB40}"/>
          </ac:spMkLst>
        </pc:spChg>
        <pc:spChg chg="mod">
          <ac:chgData name="Germena Stefania" userId="848a3578-c669-42d9-960b-fb42db2e6943" providerId="ADAL" clId="{0EF7214D-E59F-4D86-9B6A-2134479533EA}" dt="2026-06-23T07:36:57.522" v="2096" actId="20577"/>
          <ac:spMkLst>
            <pc:docMk/>
            <pc:sldMk cId="1903898355" sldId="310"/>
            <ac:spMk id="3" creationId="{EE674A06-C4D7-ED15-68F3-B3BFFE30FC21}"/>
          </ac:spMkLst>
        </pc:spChg>
        <pc:spChg chg="mod">
          <ac:chgData name="Germena Stefania" userId="848a3578-c669-42d9-960b-fb42db2e6943" providerId="ADAL" clId="{0EF7214D-E59F-4D86-9B6A-2134479533EA}" dt="2026-06-22T16:58:39.103" v="1889" actId="1076"/>
          <ac:spMkLst>
            <pc:docMk/>
            <pc:sldMk cId="1903898355" sldId="310"/>
            <ac:spMk id="5" creationId="{A3BB94A3-F644-C30F-5B2D-4B22FB57F6DB}"/>
          </ac:spMkLst>
        </pc:spChg>
        <pc:spChg chg="del">
          <ac:chgData name="Germena Stefania" userId="848a3578-c669-42d9-960b-fb42db2e6943" providerId="ADAL" clId="{0EF7214D-E59F-4D86-9B6A-2134479533EA}" dt="2026-06-22T16:44:56.282" v="1861" actId="478"/>
          <ac:spMkLst>
            <pc:docMk/>
            <pc:sldMk cId="1903898355" sldId="310"/>
            <ac:spMk id="7" creationId="{B6F21710-2845-4F10-8FE1-A65314C70BCD}"/>
          </ac:spMkLst>
        </pc:spChg>
      </pc:sldChg>
      <pc:sldChg chg="delSp modSp add mod">
        <pc:chgData name="Germena Stefania" userId="848a3578-c669-42d9-960b-fb42db2e6943" providerId="ADAL" clId="{0EF7214D-E59F-4D86-9B6A-2134479533EA}" dt="2026-06-22T16:59:34.413" v="1914" actId="478"/>
        <pc:sldMkLst>
          <pc:docMk/>
          <pc:sldMk cId="3601271428" sldId="311"/>
        </pc:sldMkLst>
        <pc:spChg chg="del">
          <ac:chgData name="Germena Stefania" userId="848a3578-c669-42d9-960b-fb42db2e6943" providerId="ADAL" clId="{0EF7214D-E59F-4D86-9B6A-2134479533EA}" dt="2026-06-22T16:59:34.413" v="1914" actId="478"/>
          <ac:spMkLst>
            <pc:docMk/>
            <pc:sldMk cId="3601271428" sldId="311"/>
            <ac:spMk id="2" creationId="{D9742E38-D00C-B2D5-2946-D3C0D7105BDA}"/>
          </ac:spMkLst>
        </pc:spChg>
        <pc:spChg chg="mod">
          <ac:chgData name="Germena Stefania" userId="848a3578-c669-42d9-960b-fb42db2e6943" providerId="ADAL" clId="{0EF7214D-E59F-4D86-9B6A-2134479533EA}" dt="2026-06-22T16:59:29.525" v="1913" actId="1076"/>
          <ac:spMkLst>
            <pc:docMk/>
            <pc:sldMk cId="3601271428" sldId="311"/>
            <ac:spMk id="3" creationId="{A1C5A986-1EB2-5A3B-D992-00B624EA2BCE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3T07:28:00.160" v="2016" actId="207"/>
        <pc:sldMkLst>
          <pc:docMk/>
          <pc:sldMk cId="3595533584" sldId="312"/>
        </pc:sldMkLst>
        <pc:spChg chg="del mod">
          <ac:chgData name="Germena Stefania" userId="848a3578-c669-42d9-960b-fb42db2e6943" providerId="ADAL" clId="{0EF7214D-E59F-4D86-9B6A-2134479533EA}" dt="2026-06-22T17:00:35.597" v="1937" actId="478"/>
          <ac:spMkLst>
            <pc:docMk/>
            <pc:sldMk cId="3595533584" sldId="312"/>
            <ac:spMk id="2" creationId="{8EB0FA33-C3A9-1EB2-C20E-5A31EB8E785A}"/>
          </ac:spMkLst>
        </pc:spChg>
        <pc:spChg chg="add mod">
          <ac:chgData name="Germena Stefania" userId="848a3578-c669-42d9-960b-fb42db2e6943" providerId="ADAL" clId="{0EF7214D-E59F-4D86-9B6A-2134479533EA}" dt="2026-06-23T07:28:00.160" v="2016" actId="207"/>
          <ac:spMkLst>
            <pc:docMk/>
            <pc:sldMk cId="3595533584" sldId="312"/>
            <ac:spMk id="2" creationId="{BAE7790B-E9E0-066A-830D-2C31B4CAEC45}"/>
          </ac:spMkLst>
        </pc:spChg>
        <pc:spChg chg="mod">
          <ac:chgData name="Germena Stefania" userId="848a3578-c669-42d9-960b-fb42db2e6943" providerId="ADAL" clId="{0EF7214D-E59F-4D86-9B6A-2134479533EA}" dt="2026-06-22T16:59:51.514" v="1932" actId="20577"/>
          <ac:spMkLst>
            <pc:docMk/>
            <pc:sldMk cId="3595533584" sldId="312"/>
            <ac:spMk id="3" creationId="{ADB0040A-3C55-103D-7AF3-47B678A0530E}"/>
          </ac:spMkLst>
        </pc:spChg>
        <pc:spChg chg="mod">
          <ac:chgData name="Germena Stefania" userId="848a3578-c669-42d9-960b-fb42db2e6943" providerId="ADAL" clId="{0EF7214D-E59F-4D86-9B6A-2134479533EA}" dt="2026-06-23T07:27:42.424" v="2011" actId="1076"/>
          <ac:spMkLst>
            <pc:docMk/>
            <pc:sldMk cId="3595533584" sldId="312"/>
            <ac:spMk id="5" creationId="{87A85779-7A32-08E8-7B35-21D0FBAA6B25}"/>
          </ac:spMkLst>
        </pc:spChg>
      </pc:sldChg>
      <pc:sldChg chg="modSp add mod">
        <pc:chgData name="Germena Stefania" userId="848a3578-c669-42d9-960b-fb42db2e6943" providerId="ADAL" clId="{0EF7214D-E59F-4D86-9B6A-2134479533EA}" dt="2026-06-23T07:28:18.081" v="2039" actId="14100"/>
        <pc:sldMkLst>
          <pc:docMk/>
          <pc:sldMk cId="2934048624" sldId="313"/>
        </pc:sldMkLst>
        <pc:spChg chg="mod">
          <ac:chgData name="Germena Stefania" userId="848a3578-c669-42d9-960b-fb42db2e6943" providerId="ADAL" clId="{0EF7214D-E59F-4D86-9B6A-2134479533EA}" dt="2026-06-23T07:28:18.081" v="2039" actId="14100"/>
          <ac:spMkLst>
            <pc:docMk/>
            <pc:sldMk cId="2934048624" sldId="313"/>
            <ac:spMk id="3" creationId="{D23081EB-AF21-5352-AAB9-D123CECF5303}"/>
          </ac:spMkLst>
        </pc:spChg>
      </pc:sldChg>
      <pc:sldChg chg="addSp delSp modSp new mod ord">
        <pc:chgData name="Germena Stefania" userId="848a3578-c669-42d9-960b-fb42db2e6943" providerId="ADAL" clId="{0EF7214D-E59F-4D86-9B6A-2134479533EA}" dt="2026-06-23T07:37:49.835" v="2104" actId="1076"/>
        <pc:sldMkLst>
          <pc:docMk/>
          <pc:sldMk cId="2526666149" sldId="314"/>
        </pc:sldMkLst>
        <pc:spChg chg="del">
          <ac:chgData name="Germena Stefania" userId="848a3578-c669-42d9-960b-fb42db2e6943" providerId="ADAL" clId="{0EF7214D-E59F-4D86-9B6A-2134479533EA}" dt="2026-06-23T07:29:43.270" v="2043" actId="478"/>
          <ac:spMkLst>
            <pc:docMk/>
            <pc:sldMk cId="2526666149" sldId="314"/>
            <ac:spMk id="2" creationId="{7E769CAF-DFFB-2020-465D-1997A03E8323}"/>
          </ac:spMkLst>
        </pc:spChg>
        <pc:spChg chg="del">
          <ac:chgData name="Germena Stefania" userId="848a3578-c669-42d9-960b-fb42db2e6943" providerId="ADAL" clId="{0EF7214D-E59F-4D86-9B6A-2134479533EA}" dt="2026-06-23T07:29:45.214" v="2044" actId="478"/>
          <ac:spMkLst>
            <pc:docMk/>
            <pc:sldMk cId="2526666149" sldId="314"/>
            <ac:spMk id="3" creationId="{A7B4B69E-A1FD-0D3F-918C-C9BD61BB84F6}"/>
          </ac:spMkLst>
        </pc:spChg>
        <pc:spChg chg="add mod">
          <ac:chgData name="Germena Stefania" userId="848a3578-c669-42d9-960b-fb42db2e6943" providerId="ADAL" clId="{0EF7214D-E59F-4D86-9B6A-2134479533EA}" dt="2026-06-23T07:37:49.835" v="2104" actId="1076"/>
          <ac:spMkLst>
            <pc:docMk/>
            <pc:sldMk cId="2526666149" sldId="314"/>
            <ac:spMk id="5" creationId="{E8D546CF-B02C-C87D-BF37-E6BF72C1707B}"/>
          </ac:spMkLst>
        </pc:spChg>
        <pc:picChg chg="add mod">
          <ac:chgData name="Germena Stefania" userId="848a3578-c669-42d9-960b-fb42db2e6943" providerId="ADAL" clId="{0EF7214D-E59F-4D86-9B6A-2134479533EA}" dt="2026-06-23T07:30:14.557" v="2047" actId="1076"/>
          <ac:picMkLst>
            <pc:docMk/>
            <pc:sldMk cId="2526666149" sldId="314"/>
            <ac:picMk id="7" creationId="{C4DCA2CF-66FE-7F9B-754E-1927421E25B3}"/>
          </ac:picMkLst>
        </pc:picChg>
        <pc:picChg chg="add mod">
          <ac:chgData name="Germena Stefania" userId="848a3578-c669-42d9-960b-fb42db2e6943" providerId="ADAL" clId="{0EF7214D-E59F-4D86-9B6A-2134479533EA}" dt="2026-06-23T07:37:43.677" v="2102" actId="1076"/>
          <ac:picMkLst>
            <pc:docMk/>
            <pc:sldMk cId="2526666149" sldId="314"/>
            <ac:picMk id="9" creationId="{79379BDC-2A04-72F4-5AD5-ABB5C07E21C4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01.180" v="2107" actId="22"/>
        <pc:sldMkLst>
          <pc:docMk/>
          <pc:sldMk cId="994953955" sldId="315"/>
        </pc:sldMkLst>
        <pc:spChg chg="del">
          <ac:chgData name="Germena Stefania" userId="848a3578-c669-42d9-960b-fb42db2e6943" providerId="ADAL" clId="{0EF7214D-E59F-4D86-9B6A-2134479533EA}" dt="2026-06-23T07:37:57.238" v="2106" actId="478"/>
          <ac:spMkLst>
            <pc:docMk/>
            <pc:sldMk cId="994953955" sldId="315"/>
            <ac:spMk id="5" creationId="{CF2FA801-B63A-5FA3-388E-680BE68DEC18}"/>
          </ac:spMkLst>
        </pc:spChg>
        <pc:spChg chg="add">
          <ac:chgData name="Germena Stefania" userId="848a3578-c669-42d9-960b-fb42db2e6943" providerId="ADAL" clId="{0EF7214D-E59F-4D86-9B6A-2134479533EA}" dt="2026-06-23T07:38:01.180" v="2107" actId="22"/>
          <ac:spMkLst>
            <pc:docMk/>
            <pc:sldMk cId="994953955" sldId="315"/>
            <ac:spMk id="6" creationId="{C05A95BC-263D-6835-FBA8-1D2571254BC6}"/>
          </ac:spMkLst>
        </pc:spChg>
        <pc:picChg chg="add">
          <ac:chgData name="Germena Stefania" userId="848a3578-c669-42d9-960b-fb42db2e6943" providerId="ADAL" clId="{0EF7214D-E59F-4D86-9B6A-2134479533EA}" dt="2026-06-23T07:37:55.506" v="2105" actId="22"/>
          <ac:picMkLst>
            <pc:docMk/>
            <pc:sldMk cId="994953955" sldId="315"/>
            <ac:picMk id="3" creationId="{DA0D6950-E861-103F-FBDE-488D3F45D361}"/>
          </ac:picMkLst>
        </pc:picChg>
        <pc:picChg chg="mod">
          <ac:chgData name="Germena Stefania" userId="848a3578-c669-42d9-960b-fb42db2e6943" providerId="ADAL" clId="{0EF7214D-E59F-4D86-9B6A-2134479533EA}" dt="2026-06-23T07:30:41.486" v="2052" actId="14826"/>
          <ac:picMkLst>
            <pc:docMk/>
            <pc:sldMk cId="994953955" sldId="315"/>
            <ac:picMk id="7" creationId="{BF7CF7D7-2B92-2635-7025-70E6B304090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09.462" v="2112" actId="22"/>
        <pc:sldMkLst>
          <pc:docMk/>
          <pc:sldMk cId="3183118188" sldId="316"/>
        </pc:sldMkLst>
        <pc:spChg chg="add">
          <ac:chgData name="Germena Stefania" userId="848a3578-c669-42d9-960b-fb42db2e6943" providerId="ADAL" clId="{0EF7214D-E59F-4D86-9B6A-2134479533EA}" dt="2026-06-23T07:38:03.921" v="2109" actId="22"/>
          <ac:spMkLst>
            <pc:docMk/>
            <pc:sldMk cId="3183118188" sldId="316"/>
            <ac:spMk id="3" creationId="{6CFABD1C-0D5D-7B73-01C4-E922FA9BF7F8}"/>
          </ac:spMkLst>
        </pc:spChg>
        <pc:spChg chg="del">
          <ac:chgData name="Germena Stefania" userId="848a3578-c669-42d9-960b-fb42db2e6943" providerId="ADAL" clId="{0EF7214D-E59F-4D86-9B6A-2134479533EA}" dt="2026-06-23T07:38:03.546" v="2108" actId="478"/>
          <ac:spMkLst>
            <pc:docMk/>
            <pc:sldMk cId="3183118188" sldId="316"/>
            <ac:spMk id="5" creationId="{476DEB74-80DB-4A1D-321C-11B4139218CC}"/>
          </ac:spMkLst>
        </pc:spChg>
        <pc:picChg chg="add">
          <ac:chgData name="Germena Stefania" userId="848a3578-c669-42d9-960b-fb42db2e6943" providerId="ADAL" clId="{0EF7214D-E59F-4D86-9B6A-2134479533EA}" dt="2026-06-23T07:38:09.462" v="2112" actId="22"/>
          <ac:picMkLst>
            <pc:docMk/>
            <pc:sldMk cId="3183118188" sldId="316"/>
            <ac:picMk id="6" creationId="{76A068B8-9277-42E8-7723-263F8722A813}"/>
          </ac:picMkLst>
        </pc:picChg>
        <pc:picChg chg="mod">
          <ac:chgData name="Germena Stefania" userId="848a3578-c669-42d9-960b-fb42db2e6943" providerId="ADAL" clId="{0EF7214D-E59F-4D86-9B6A-2134479533EA}" dt="2026-06-23T07:30:52.167" v="2053" actId="14826"/>
          <ac:picMkLst>
            <pc:docMk/>
            <pc:sldMk cId="3183118188" sldId="316"/>
            <ac:picMk id="7" creationId="{ACB90011-3F29-A11C-C812-1D466B10FC0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10.446" v="2113" actId="22"/>
        <pc:sldMkLst>
          <pc:docMk/>
          <pc:sldMk cId="2297889544" sldId="317"/>
        </pc:sldMkLst>
        <pc:spChg chg="add">
          <ac:chgData name="Germena Stefania" userId="848a3578-c669-42d9-960b-fb42db2e6943" providerId="ADAL" clId="{0EF7214D-E59F-4D86-9B6A-2134479533EA}" dt="2026-06-23T07:38:06.779" v="2111" actId="22"/>
          <ac:spMkLst>
            <pc:docMk/>
            <pc:sldMk cId="2297889544" sldId="317"/>
            <ac:spMk id="3" creationId="{20EDBB0C-F617-E9E0-47B5-55BCC96C2AE0}"/>
          </ac:spMkLst>
        </pc:spChg>
        <pc:spChg chg="del">
          <ac:chgData name="Germena Stefania" userId="848a3578-c669-42d9-960b-fb42db2e6943" providerId="ADAL" clId="{0EF7214D-E59F-4D86-9B6A-2134479533EA}" dt="2026-06-23T07:38:06.456" v="2110" actId="478"/>
          <ac:spMkLst>
            <pc:docMk/>
            <pc:sldMk cId="2297889544" sldId="317"/>
            <ac:spMk id="5" creationId="{CDB7AF47-4096-6F22-4990-FDA5F477B65B}"/>
          </ac:spMkLst>
        </pc:spChg>
        <pc:picChg chg="add">
          <ac:chgData name="Germena Stefania" userId="848a3578-c669-42d9-960b-fb42db2e6943" providerId="ADAL" clId="{0EF7214D-E59F-4D86-9B6A-2134479533EA}" dt="2026-06-23T07:38:10.446" v="2113" actId="22"/>
          <ac:picMkLst>
            <pc:docMk/>
            <pc:sldMk cId="2297889544" sldId="317"/>
            <ac:picMk id="6" creationId="{A0016526-D944-0219-B981-67DD1131022A}"/>
          </ac:picMkLst>
        </pc:picChg>
        <pc:picChg chg="mod">
          <ac:chgData name="Germena Stefania" userId="848a3578-c669-42d9-960b-fb42db2e6943" providerId="ADAL" clId="{0EF7214D-E59F-4D86-9B6A-2134479533EA}" dt="2026-06-23T07:31:02.941" v="2054" actId="14826"/>
          <ac:picMkLst>
            <pc:docMk/>
            <pc:sldMk cId="2297889544" sldId="317"/>
            <ac:picMk id="7" creationId="{FFD5C220-5A99-4A53-12FE-4691EF748400}"/>
          </ac:picMkLst>
        </pc:picChg>
      </pc:sldChg>
      <pc:sldChg chg="new del">
        <pc:chgData name="Germena Stefania" userId="848a3578-c669-42d9-960b-fb42db2e6943" providerId="ADAL" clId="{0EF7214D-E59F-4D86-9B6A-2134479533EA}" dt="2026-06-23T07:31:33.276" v="2059" actId="2696"/>
        <pc:sldMkLst>
          <pc:docMk/>
          <pc:sldMk cId="162039130" sldId="318"/>
        </pc:sldMkLst>
      </pc:sldChg>
      <pc:sldChg chg="addSp delSp modSp add mod ord">
        <pc:chgData name="Germena Stefania" userId="848a3578-c669-42d9-960b-fb42db2e6943" providerId="ADAL" clId="{0EF7214D-E59F-4D86-9B6A-2134479533EA}" dt="2026-06-23T07:38:50.830" v="2130" actId="1076"/>
        <pc:sldMkLst>
          <pc:docMk/>
          <pc:sldMk cId="2766037184" sldId="319"/>
        </pc:sldMkLst>
        <pc:spChg chg="del mod">
          <ac:chgData name="Germena Stefania" userId="848a3578-c669-42d9-960b-fb42db2e6943" providerId="ADAL" clId="{0EF7214D-E59F-4D86-9B6A-2134479533EA}" dt="2026-06-23T07:38:26.612" v="2116" actId="478"/>
          <ac:spMkLst>
            <pc:docMk/>
            <pc:sldMk cId="2766037184" sldId="319"/>
            <ac:spMk id="5" creationId="{5964EFE2-AECD-D448-029B-B11FEE3BE72B}"/>
          </ac:spMkLst>
        </pc:spChg>
        <pc:spChg chg="add mod">
          <ac:chgData name="Germena Stefania" userId="848a3578-c669-42d9-960b-fb42db2e6943" providerId="ADAL" clId="{0EF7214D-E59F-4D86-9B6A-2134479533EA}" dt="2026-06-23T07:38:50.830" v="2130" actId="1076"/>
          <ac:spMkLst>
            <pc:docMk/>
            <pc:sldMk cId="2766037184" sldId="319"/>
            <ac:spMk id="6" creationId="{1851C0B9-E81D-73EA-A0DB-D64C29AC71B5}"/>
          </ac:spMkLst>
        </pc:spChg>
        <pc:picChg chg="add mod">
          <ac:chgData name="Germena Stefania" userId="848a3578-c669-42d9-960b-fb42db2e6943" providerId="ADAL" clId="{0EF7214D-E59F-4D86-9B6A-2134479533EA}" dt="2026-06-23T07:38:47.328" v="2129" actId="14100"/>
          <ac:picMkLst>
            <pc:docMk/>
            <pc:sldMk cId="2766037184" sldId="319"/>
            <ac:picMk id="3" creationId="{BF69F848-8B2A-D889-08E3-AD09C4A5BBDE}"/>
          </ac:picMkLst>
        </pc:picChg>
        <pc:picChg chg="mod">
          <ac:chgData name="Germena Stefania" userId="848a3578-c669-42d9-960b-fb42db2e6943" providerId="ADAL" clId="{0EF7214D-E59F-4D86-9B6A-2134479533EA}" dt="2026-06-23T07:32:40.134" v="2065" actId="14826"/>
          <ac:picMkLst>
            <pc:docMk/>
            <pc:sldMk cId="2766037184" sldId="319"/>
            <ac:picMk id="7" creationId="{2D191301-C08C-A710-CA5E-B3065FC125B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09.021" v="2140" actId="22"/>
        <pc:sldMkLst>
          <pc:docMk/>
          <pc:sldMk cId="2074846484" sldId="320"/>
        </pc:sldMkLst>
        <pc:spChg chg="del">
          <ac:chgData name="Germena Stefania" userId="848a3578-c669-42d9-960b-fb42db2e6943" providerId="ADAL" clId="{0EF7214D-E59F-4D86-9B6A-2134479533EA}" dt="2026-06-23T07:38:56.447" v="2133" actId="478"/>
          <ac:spMkLst>
            <pc:docMk/>
            <pc:sldMk cId="2074846484" sldId="320"/>
            <ac:spMk id="5" creationId="{21661649-CBB5-4254-0514-78AAD6CCA913}"/>
          </ac:spMkLst>
        </pc:spChg>
        <pc:spChg chg="add">
          <ac:chgData name="Germena Stefania" userId="848a3578-c669-42d9-960b-fb42db2e6943" providerId="ADAL" clId="{0EF7214D-E59F-4D86-9B6A-2134479533EA}" dt="2026-06-23T07:39:09.021" v="2140" actId="22"/>
          <ac:spMkLst>
            <pc:docMk/>
            <pc:sldMk cId="2074846484" sldId="320"/>
            <ac:spMk id="9" creationId="{A4D78546-41CD-9737-E31D-FB64CAC7A2A3}"/>
          </ac:spMkLst>
        </pc:spChg>
        <pc:picChg chg="add del">
          <ac:chgData name="Germena Stefania" userId="848a3578-c669-42d9-960b-fb42db2e6943" providerId="ADAL" clId="{0EF7214D-E59F-4D86-9B6A-2134479533EA}" dt="2026-06-23T07:38:54.852" v="2132" actId="22"/>
          <ac:picMkLst>
            <pc:docMk/>
            <pc:sldMk cId="2074846484" sldId="320"/>
            <ac:picMk id="3" creationId="{9FDA9D24-BA3D-A405-5ACD-ECA8F5CD87D1}"/>
          </ac:picMkLst>
        </pc:picChg>
        <pc:picChg chg="add">
          <ac:chgData name="Germena Stefania" userId="848a3578-c669-42d9-960b-fb42db2e6943" providerId="ADAL" clId="{0EF7214D-E59F-4D86-9B6A-2134479533EA}" dt="2026-06-23T07:38:56.834" v="2134" actId="22"/>
          <ac:picMkLst>
            <pc:docMk/>
            <pc:sldMk cId="2074846484" sldId="320"/>
            <ac:picMk id="6" creationId="{0CFF56F0-C22C-B745-9FA3-2AC22E7A139B}"/>
          </ac:picMkLst>
        </pc:picChg>
        <pc:picChg chg="mod">
          <ac:chgData name="Germena Stefania" userId="848a3578-c669-42d9-960b-fb42db2e6943" providerId="ADAL" clId="{0EF7214D-E59F-4D86-9B6A-2134479533EA}" dt="2026-06-23T07:33:24.316" v="2072" actId="14826"/>
          <ac:picMkLst>
            <pc:docMk/>
            <pc:sldMk cId="2074846484" sldId="320"/>
            <ac:picMk id="7" creationId="{0B9702C8-95AB-F44C-1922-D979EAF5ED8F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09.873" v="2141" actId="22"/>
        <pc:sldMkLst>
          <pc:docMk/>
          <pc:sldMk cId="553805939" sldId="321"/>
        </pc:sldMkLst>
        <pc:spChg chg="del">
          <ac:chgData name="Germena Stefania" userId="848a3578-c669-42d9-960b-fb42db2e6943" providerId="ADAL" clId="{0EF7214D-E59F-4D86-9B6A-2134479533EA}" dt="2026-06-23T07:39:00.165" v="2135" actId="478"/>
          <ac:spMkLst>
            <pc:docMk/>
            <pc:sldMk cId="553805939" sldId="321"/>
            <ac:spMk id="5" creationId="{4D7AB1B2-C1D0-2B6A-F509-C921C649C6B4}"/>
          </ac:spMkLst>
        </pc:spChg>
        <pc:spChg chg="add">
          <ac:chgData name="Germena Stefania" userId="848a3578-c669-42d9-960b-fb42db2e6943" providerId="ADAL" clId="{0EF7214D-E59F-4D86-9B6A-2134479533EA}" dt="2026-06-23T07:39:09.873" v="2141" actId="22"/>
          <ac:spMkLst>
            <pc:docMk/>
            <pc:sldMk cId="553805939" sldId="321"/>
            <ac:spMk id="6" creationId="{8FF3F3C9-1648-7E6B-67BE-6FF36D49239A}"/>
          </ac:spMkLst>
        </pc:spChg>
        <pc:picChg chg="add">
          <ac:chgData name="Germena Stefania" userId="848a3578-c669-42d9-960b-fb42db2e6943" providerId="ADAL" clId="{0EF7214D-E59F-4D86-9B6A-2134479533EA}" dt="2026-06-23T07:39:00.415" v="2136" actId="22"/>
          <ac:picMkLst>
            <pc:docMk/>
            <pc:sldMk cId="553805939" sldId="321"/>
            <ac:picMk id="3" creationId="{01B450E6-7855-0EA4-FE48-0BFF77E86F1B}"/>
          </ac:picMkLst>
        </pc:picChg>
        <pc:picChg chg="mod">
          <ac:chgData name="Germena Stefania" userId="848a3578-c669-42d9-960b-fb42db2e6943" providerId="ADAL" clId="{0EF7214D-E59F-4D86-9B6A-2134479533EA}" dt="2026-06-23T07:33:29.515" v="2073" actId="14826"/>
          <ac:picMkLst>
            <pc:docMk/>
            <pc:sldMk cId="553805939" sldId="321"/>
            <ac:picMk id="7" creationId="{36C23477-9B49-0F35-40D9-9B3A3596A4D5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11.105" v="2142" actId="22"/>
        <pc:sldMkLst>
          <pc:docMk/>
          <pc:sldMk cId="957485536" sldId="322"/>
        </pc:sldMkLst>
        <pc:spChg chg="del mod">
          <ac:chgData name="Germena Stefania" userId="848a3578-c669-42d9-960b-fb42db2e6943" providerId="ADAL" clId="{0EF7214D-E59F-4D86-9B6A-2134479533EA}" dt="2026-06-23T07:39:03.805" v="2138" actId="478"/>
          <ac:spMkLst>
            <pc:docMk/>
            <pc:sldMk cId="957485536" sldId="322"/>
            <ac:spMk id="5" creationId="{70BC8F78-4C67-55DB-915C-CFFDB9A47077}"/>
          </ac:spMkLst>
        </pc:spChg>
        <pc:spChg chg="add">
          <ac:chgData name="Germena Stefania" userId="848a3578-c669-42d9-960b-fb42db2e6943" providerId="ADAL" clId="{0EF7214D-E59F-4D86-9B6A-2134479533EA}" dt="2026-06-23T07:39:11.105" v="2142" actId="22"/>
          <ac:spMkLst>
            <pc:docMk/>
            <pc:sldMk cId="957485536" sldId="322"/>
            <ac:spMk id="6" creationId="{3E51CB88-EDD2-E87F-7CF1-574A029890D1}"/>
          </ac:spMkLst>
        </pc:spChg>
        <pc:picChg chg="add">
          <ac:chgData name="Germena Stefania" userId="848a3578-c669-42d9-960b-fb42db2e6943" providerId="ADAL" clId="{0EF7214D-E59F-4D86-9B6A-2134479533EA}" dt="2026-06-23T07:39:04.053" v="2139" actId="22"/>
          <ac:picMkLst>
            <pc:docMk/>
            <pc:sldMk cId="957485536" sldId="322"/>
            <ac:picMk id="3" creationId="{38A29467-4A0E-5920-44C2-91205F83E368}"/>
          </ac:picMkLst>
        </pc:picChg>
        <pc:picChg chg="mod">
          <ac:chgData name="Germena Stefania" userId="848a3578-c669-42d9-960b-fb42db2e6943" providerId="ADAL" clId="{0EF7214D-E59F-4D86-9B6A-2134479533EA}" dt="2026-06-23T07:33:36.717" v="2074" actId="14826"/>
          <ac:picMkLst>
            <pc:docMk/>
            <pc:sldMk cId="957485536" sldId="322"/>
            <ac:picMk id="7" creationId="{5747B090-0B1B-DB94-8F4E-76DC478766A9}"/>
          </ac:picMkLst>
        </pc:picChg>
      </pc:sldChg>
      <pc:sldChg chg="addSp delSp modSp add mod ord">
        <pc:chgData name="Germena Stefania" userId="848a3578-c669-42d9-960b-fb42db2e6943" providerId="ADAL" clId="{0EF7214D-E59F-4D86-9B6A-2134479533EA}" dt="2026-06-23T07:41:58.504" v="2184" actId="164"/>
        <pc:sldMkLst>
          <pc:docMk/>
          <pc:sldMk cId="381384970" sldId="323"/>
        </pc:sldMkLst>
        <pc:spChg chg="mod">
          <ac:chgData name="Germena Stefania" userId="848a3578-c669-42d9-960b-fb42db2e6943" providerId="ADAL" clId="{0EF7214D-E59F-4D86-9B6A-2134479533EA}" dt="2026-06-23T07:41:43.825" v="2183" actId="1076"/>
          <ac:spMkLst>
            <pc:docMk/>
            <pc:sldMk cId="381384970" sldId="323"/>
            <ac:spMk id="5" creationId="{5A992AC8-FD61-58D9-8B71-59D6F07DB7FC}"/>
          </ac:spMkLst>
        </pc:spChg>
        <pc:spChg chg="add del">
          <ac:chgData name="Germena Stefania" userId="848a3578-c669-42d9-960b-fb42db2e6943" providerId="ADAL" clId="{0EF7214D-E59F-4D86-9B6A-2134479533EA}" dt="2026-06-23T07:41:07.909" v="2169" actId="22"/>
          <ac:spMkLst>
            <pc:docMk/>
            <pc:sldMk cId="381384970" sldId="323"/>
            <ac:spMk id="6" creationId="{15A5082E-57B2-9A92-2E03-E5F260F83E15}"/>
          </ac:spMkLst>
        </pc:spChg>
        <pc:grpChg chg="add mod">
          <ac:chgData name="Germena Stefania" userId="848a3578-c669-42d9-960b-fb42db2e6943" providerId="ADAL" clId="{0EF7214D-E59F-4D86-9B6A-2134479533EA}" dt="2026-06-23T07:41:58.504" v="2184" actId="164"/>
          <ac:grpSpMkLst>
            <pc:docMk/>
            <pc:sldMk cId="381384970" sldId="323"/>
            <ac:grpSpMk id="10" creationId="{89BE9494-396E-0844-5C04-F711B5A7D5F4}"/>
          </ac:grpSpMkLst>
        </pc:grpChg>
        <pc:picChg chg="add mod modCrop">
          <ac:chgData name="Germena Stefania" userId="848a3578-c669-42d9-960b-fb42db2e6943" providerId="ADAL" clId="{0EF7214D-E59F-4D86-9B6A-2134479533EA}" dt="2026-06-23T07:41:58.504" v="2184" actId="164"/>
          <ac:picMkLst>
            <pc:docMk/>
            <pc:sldMk cId="381384970" sldId="323"/>
            <ac:picMk id="3" creationId="{A78B2C35-D9C7-6FA0-FFE4-EE2A44C82FD1}"/>
          </ac:picMkLst>
        </pc:picChg>
        <pc:picChg chg="mod">
          <ac:chgData name="Germena Stefania" userId="848a3578-c669-42d9-960b-fb42db2e6943" providerId="ADAL" clId="{0EF7214D-E59F-4D86-9B6A-2134479533EA}" dt="2026-06-23T07:35:23.921" v="2087" actId="14826"/>
          <ac:picMkLst>
            <pc:docMk/>
            <pc:sldMk cId="381384970" sldId="323"/>
            <ac:picMk id="7" creationId="{D2C23657-38A7-7535-9D16-0845C8186CC8}"/>
          </ac:picMkLst>
        </pc:picChg>
        <pc:picChg chg="add mod modCrop">
          <ac:chgData name="Germena Stefania" userId="848a3578-c669-42d9-960b-fb42db2e6943" providerId="ADAL" clId="{0EF7214D-E59F-4D86-9B6A-2134479533EA}" dt="2026-06-23T07:41:58.504" v="2184" actId="164"/>
          <ac:picMkLst>
            <pc:docMk/>
            <pc:sldMk cId="381384970" sldId="323"/>
            <ac:picMk id="9" creationId="{5183858F-2C0A-76C3-B595-EEAB69631B57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2.280" v="2191" actId="22"/>
        <pc:sldMkLst>
          <pc:docMk/>
          <pc:sldMk cId="3572408066" sldId="324"/>
        </pc:sldMkLst>
        <pc:spChg chg="del">
          <ac:chgData name="Germena Stefania" userId="848a3578-c669-42d9-960b-fb42db2e6943" providerId="ADAL" clId="{0EF7214D-E59F-4D86-9B6A-2134479533EA}" dt="2026-06-23T07:42:01.476" v="2185" actId="478"/>
          <ac:spMkLst>
            <pc:docMk/>
            <pc:sldMk cId="3572408066" sldId="324"/>
            <ac:spMk id="5" creationId="{36E411EC-259E-F7F7-10C5-B8036C225BBB}"/>
          </ac:spMkLst>
        </pc:spChg>
        <pc:spChg chg="add">
          <ac:chgData name="Germena Stefania" userId="848a3578-c669-42d9-960b-fb42db2e6943" providerId="ADAL" clId="{0EF7214D-E59F-4D86-9B6A-2134479533EA}" dt="2026-06-23T07:42:12.280" v="2191" actId="22"/>
          <ac:spMkLst>
            <pc:docMk/>
            <pc:sldMk cId="3572408066" sldId="324"/>
            <ac:spMk id="8" creationId="{08F61859-6548-8C48-8EB6-4DA448F2784A}"/>
          </ac:spMkLst>
        </pc:spChg>
        <pc:grpChg chg="add mod">
          <ac:chgData name="Germena Stefania" userId="848a3578-c669-42d9-960b-fb42db2e6943" providerId="ADAL" clId="{0EF7214D-E59F-4D86-9B6A-2134479533EA}" dt="2026-06-23T07:42:01.989" v="2186"/>
          <ac:grpSpMkLst>
            <pc:docMk/>
            <pc:sldMk cId="3572408066" sldId="324"/>
            <ac:grpSpMk id="2" creationId="{2E6C0BC7-CCFE-523F-EAB8-D32DC02076A5}"/>
          </ac:grpSpMkLst>
        </pc:grpChg>
        <pc:picChg chg="mod">
          <ac:chgData name="Germena Stefania" userId="848a3578-c669-42d9-960b-fb42db2e6943" providerId="ADAL" clId="{0EF7214D-E59F-4D86-9B6A-2134479533EA}" dt="2026-06-23T07:42:01.989" v="2186"/>
          <ac:picMkLst>
            <pc:docMk/>
            <pc:sldMk cId="3572408066" sldId="324"/>
            <ac:picMk id="3" creationId="{D8C0E779-F3A0-4E9E-7EFE-99FE604CCC02}"/>
          </ac:picMkLst>
        </pc:picChg>
        <pc:picChg chg="mod">
          <ac:chgData name="Germena Stefania" userId="848a3578-c669-42d9-960b-fb42db2e6943" providerId="ADAL" clId="{0EF7214D-E59F-4D86-9B6A-2134479533EA}" dt="2026-06-23T07:42:01.989" v="2186"/>
          <ac:picMkLst>
            <pc:docMk/>
            <pc:sldMk cId="3572408066" sldId="324"/>
            <ac:picMk id="4" creationId="{A0C25766-A4DE-63D4-D04F-1CC2A3A52BC0}"/>
          </ac:picMkLst>
        </pc:picChg>
        <pc:picChg chg="mod">
          <ac:chgData name="Germena Stefania" userId="848a3578-c669-42d9-960b-fb42db2e6943" providerId="ADAL" clId="{0EF7214D-E59F-4D86-9B6A-2134479533EA}" dt="2026-06-23T07:35:32.136" v="2088" actId="14826"/>
          <ac:picMkLst>
            <pc:docMk/>
            <pc:sldMk cId="3572408066" sldId="324"/>
            <ac:picMk id="7" creationId="{84840FD8-61F9-C1ED-CF6F-4A3225873F8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3.127" v="2192" actId="22"/>
        <pc:sldMkLst>
          <pc:docMk/>
          <pc:sldMk cId="642701307" sldId="325"/>
        </pc:sldMkLst>
        <pc:spChg chg="del">
          <ac:chgData name="Germena Stefania" userId="848a3578-c669-42d9-960b-fb42db2e6943" providerId="ADAL" clId="{0EF7214D-E59F-4D86-9B6A-2134479533EA}" dt="2026-06-23T07:42:04.371" v="2187" actId="478"/>
          <ac:spMkLst>
            <pc:docMk/>
            <pc:sldMk cId="642701307" sldId="325"/>
            <ac:spMk id="5" creationId="{DE4F83AB-56D2-179F-2466-35084E50D5AC}"/>
          </ac:spMkLst>
        </pc:spChg>
        <pc:spChg chg="add">
          <ac:chgData name="Germena Stefania" userId="848a3578-c669-42d9-960b-fb42db2e6943" providerId="ADAL" clId="{0EF7214D-E59F-4D86-9B6A-2134479533EA}" dt="2026-06-23T07:42:13.127" v="2192" actId="22"/>
          <ac:spMkLst>
            <pc:docMk/>
            <pc:sldMk cId="642701307" sldId="325"/>
            <ac:spMk id="8" creationId="{CA3A03BE-3ABD-982B-AEF5-93CE388843E6}"/>
          </ac:spMkLst>
        </pc:spChg>
        <pc:grpChg chg="add mod">
          <ac:chgData name="Germena Stefania" userId="848a3578-c669-42d9-960b-fb42db2e6943" providerId="ADAL" clId="{0EF7214D-E59F-4D86-9B6A-2134479533EA}" dt="2026-06-23T07:42:04.651" v="2188"/>
          <ac:grpSpMkLst>
            <pc:docMk/>
            <pc:sldMk cId="642701307" sldId="325"/>
            <ac:grpSpMk id="2" creationId="{121A49C6-A583-5A47-F323-7D78FFC8B498}"/>
          </ac:grpSpMkLst>
        </pc:grpChg>
        <pc:picChg chg="mod">
          <ac:chgData name="Germena Stefania" userId="848a3578-c669-42d9-960b-fb42db2e6943" providerId="ADAL" clId="{0EF7214D-E59F-4D86-9B6A-2134479533EA}" dt="2026-06-23T07:42:04.651" v="2188"/>
          <ac:picMkLst>
            <pc:docMk/>
            <pc:sldMk cId="642701307" sldId="325"/>
            <ac:picMk id="3" creationId="{E7ABE675-2FA3-64F5-902A-F634CFECEC32}"/>
          </ac:picMkLst>
        </pc:picChg>
        <pc:picChg chg="mod">
          <ac:chgData name="Germena Stefania" userId="848a3578-c669-42d9-960b-fb42db2e6943" providerId="ADAL" clId="{0EF7214D-E59F-4D86-9B6A-2134479533EA}" dt="2026-06-23T07:42:04.651" v="2188"/>
          <ac:picMkLst>
            <pc:docMk/>
            <pc:sldMk cId="642701307" sldId="325"/>
            <ac:picMk id="4" creationId="{FB7705C3-778C-CF2A-C275-B1CBC83D0620}"/>
          </ac:picMkLst>
        </pc:picChg>
        <pc:picChg chg="mod">
          <ac:chgData name="Germena Stefania" userId="848a3578-c669-42d9-960b-fb42db2e6943" providerId="ADAL" clId="{0EF7214D-E59F-4D86-9B6A-2134479533EA}" dt="2026-06-23T07:36:32.365" v="2089" actId="14826"/>
          <ac:picMkLst>
            <pc:docMk/>
            <pc:sldMk cId="642701307" sldId="325"/>
            <ac:picMk id="7" creationId="{EBD7854E-7237-9479-C50E-FB298AE6825A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4.164" v="2193" actId="22"/>
        <pc:sldMkLst>
          <pc:docMk/>
          <pc:sldMk cId="4279557956" sldId="326"/>
        </pc:sldMkLst>
        <pc:spChg chg="del">
          <ac:chgData name="Germena Stefania" userId="848a3578-c669-42d9-960b-fb42db2e6943" providerId="ADAL" clId="{0EF7214D-E59F-4D86-9B6A-2134479533EA}" dt="2026-06-23T07:42:07.869" v="2189" actId="478"/>
          <ac:spMkLst>
            <pc:docMk/>
            <pc:sldMk cId="4279557956" sldId="326"/>
            <ac:spMk id="5" creationId="{54A927FC-7DB7-FEB0-C0F4-BDF17A2FA9F2}"/>
          </ac:spMkLst>
        </pc:spChg>
        <pc:spChg chg="add">
          <ac:chgData name="Germena Stefania" userId="848a3578-c669-42d9-960b-fb42db2e6943" providerId="ADAL" clId="{0EF7214D-E59F-4D86-9B6A-2134479533EA}" dt="2026-06-23T07:42:14.164" v="2193" actId="22"/>
          <ac:spMkLst>
            <pc:docMk/>
            <pc:sldMk cId="4279557956" sldId="326"/>
            <ac:spMk id="8" creationId="{E2ECCFE3-B339-4E43-119D-2342E6266518}"/>
          </ac:spMkLst>
        </pc:spChg>
        <pc:grpChg chg="add mod">
          <ac:chgData name="Germena Stefania" userId="848a3578-c669-42d9-960b-fb42db2e6943" providerId="ADAL" clId="{0EF7214D-E59F-4D86-9B6A-2134479533EA}" dt="2026-06-23T07:42:08.272" v="2190"/>
          <ac:grpSpMkLst>
            <pc:docMk/>
            <pc:sldMk cId="4279557956" sldId="326"/>
            <ac:grpSpMk id="2" creationId="{AFB8084F-2397-AF27-8D87-DFC46E2CC2F4}"/>
          </ac:grpSpMkLst>
        </pc:grpChg>
        <pc:picChg chg="mod">
          <ac:chgData name="Germena Stefania" userId="848a3578-c669-42d9-960b-fb42db2e6943" providerId="ADAL" clId="{0EF7214D-E59F-4D86-9B6A-2134479533EA}" dt="2026-06-23T07:42:08.272" v="2190"/>
          <ac:picMkLst>
            <pc:docMk/>
            <pc:sldMk cId="4279557956" sldId="326"/>
            <ac:picMk id="3" creationId="{F0FCAB97-0950-E4E1-61E8-15845989EC9C}"/>
          </ac:picMkLst>
        </pc:picChg>
        <pc:picChg chg="mod">
          <ac:chgData name="Germena Stefania" userId="848a3578-c669-42d9-960b-fb42db2e6943" providerId="ADAL" clId="{0EF7214D-E59F-4D86-9B6A-2134479533EA}" dt="2026-06-23T07:42:08.272" v="2190"/>
          <ac:picMkLst>
            <pc:docMk/>
            <pc:sldMk cId="4279557956" sldId="326"/>
            <ac:picMk id="4" creationId="{A9657C9F-6456-C0E6-FA7B-F992E5E79515}"/>
          </ac:picMkLst>
        </pc:picChg>
        <pc:picChg chg="mod">
          <ac:chgData name="Germena Stefania" userId="848a3578-c669-42d9-960b-fb42db2e6943" providerId="ADAL" clId="{0EF7214D-E59F-4D86-9B6A-2134479533EA}" dt="2026-06-23T07:36:41.363" v="2090" actId="14826"/>
          <ac:picMkLst>
            <pc:docMk/>
            <pc:sldMk cId="4279557956" sldId="326"/>
            <ac:picMk id="7" creationId="{CCA264F8-8081-887D-347D-A421BA39DF1D}"/>
          </ac:picMkLst>
        </pc:picChg>
      </pc:sldChg>
      <pc:sldMasterChg chg="setBg modSldLayout">
        <pc:chgData name="Germena Stefania" userId="848a3578-c669-42d9-960b-fb42db2e6943" providerId="ADAL" clId="{0EF7214D-E59F-4D86-9B6A-2134479533EA}" dt="2026-06-22T10:27:18.476" v="74"/>
        <pc:sldMasterMkLst>
          <pc:docMk/>
          <pc:sldMasterMk cId="63496781" sldId="2147483672"/>
        </pc:sldMasterMkLst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31793263" sldId="2147483673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944501508" sldId="2147483674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2111657886" sldId="2147483675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688851615" sldId="2147483676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90391925" sldId="2147483677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4133867680" sldId="2147483678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2787213177" sldId="2147483679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80545076" sldId="2147483680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299022667" sldId="2147483681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23291026" sldId="2147483682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927943198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45298-F0CA-4246-8421-46D164DAE67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F0CFF-9152-4E06-A957-0F207EBE2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6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0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5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9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1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54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02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9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6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FE2007-CDCF-7E86-9000-4403276A6B17}"/>
              </a:ext>
            </a:extLst>
          </p:cNvPr>
          <p:cNvSpPr txBox="1"/>
          <p:nvPr/>
        </p:nvSpPr>
        <p:spPr>
          <a:xfrm>
            <a:off x="1233380" y="7675758"/>
            <a:ext cx="2970320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9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E955ED-FD84-FB48-F1F1-000228BBB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2"/>
          <a:stretch>
            <a:fillRect/>
          </a:stretch>
        </p:blipFill>
        <p:spPr>
          <a:xfrm>
            <a:off x="0" y="0"/>
            <a:ext cx="12192000" cy="5885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AC23F2-0129-8ACB-4BEE-17246C409233}"/>
              </a:ext>
            </a:extLst>
          </p:cNvPr>
          <p:cNvSpPr/>
          <p:nvPr/>
        </p:nvSpPr>
        <p:spPr>
          <a:xfrm>
            <a:off x="21" y="4819232"/>
            <a:ext cx="12191979" cy="2073469"/>
          </a:xfrm>
          <a:prstGeom prst="rect">
            <a:avLst/>
          </a:prstGeom>
          <a:solidFill>
            <a:srgbClr val="DBDCE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E0E1E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6D65D-16A8-A96C-5A52-CC6967B64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9" y="4811940"/>
            <a:ext cx="10447724" cy="185652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Multi-Modal Vision Based Tactile Sensor Dataset Creation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32E6D-FACC-6359-7BA7-416CAE6BD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6841" y="6308203"/>
            <a:ext cx="3185160" cy="59179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</a:rPr>
              <a:t>By Stefania Germena</a:t>
            </a:r>
            <a:endParaRPr lang="en-ZA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4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3088-2C42-9E29-DD80-4784AF49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34484A1-5C74-259A-EC2D-6C425AD0F2CC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16EFDF-A35D-0F02-B8C8-519A42AE6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2"/>
          <a:stretch>
            <a:fillRect/>
          </a:stretch>
        </p:blipFill>
        <p:spPr>
          <a:xfrm>
            <a:off x="-14508480" y="0"/>
            <a:ext cx="12192000" cy="58854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4B301-EBB0-EC47-56C8-E4CD42CF2890}"/>
              </a:ext>
            </a:extLst>
          </p:cNvPr>
          <p:cNvSpPr/>
          <p:nvPr/>
        </p:nvSpPr>
        <p:spPr>
          <a:xfrm>
            <a:off x="-14508459" y="4819232"/>
            <a:ext cx="12191979" cy="2073469"/>
          </a:xfrm>
          <a:prstGeom prst="rect">
            <a:avLst/>
          </a:prstGeom>
          <a:solidFill>
            <a:srgbClr val="DBDCE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E0E1E5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3A89A7-9990-09D9-BB0F-9948805A56D6}"/>
              </a:ext>
            </a:extLst>
          </p:cNvPr>
          <p:cNvSpPr txBox="1">
            <a:spLocks/>
          </p:cNvSpPr>
          <p:nvPr/>
        </p:nvSpPr>
        <p:spPr>
          <a:xfrm>
            <a:off x="-14356111" y="4811940"/>
            <a:ext cx="10447724" cy="18565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Multi-Modal Vision Based Tactile Sensor Dataset Creation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0C5FA-F234-BE02-1795-590716062074}"/>
              </a:ext>
            </a:extLst>
          </p:cNvPr>
          <p:cNvSpPr txBox="1">
            <a:spLocks/>
          </p:cNvSpPr>
          <p:nvPr/>
        </p:nvSpPr>
        <p:spPr>
          <a:xfrm>
            <a:off x="-5501639" y="6308203"/>
            <a:ext cx="3185160" cy="591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400">
                <a:solidFill>
                  <a:schemeClr val="bg1"/>
                </a:solidFill>
              </a:rPr>
              <a:t>By Stefania Germena</a:t>
            </a:r>
            <a:endParaRPr lang="en-ZA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E260B-B953-CCC5-8CA6-FBB21A0C3F3F}"/>
              </a:ext>
            </a:extLst>
          </p:cNvPr>
          <p:cNvSpPr txBox="1"/>
          <p:nvPr/>
        </p:nvSpPr>
        <p:spPr>
          <a:xfrm>
            <a:off x="655318" y="1494530"/>
            <a:ext cx="1110996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Tactile perception is the subjective experience produced by mechanoreceptors in the skin upon contact with a surface.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differentiate between materials, the primary distinctions must be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analysed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: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56F8F-AD71-2190-7655-876DFDFB6A8B}"/>
              </a:ext>
            </a:extLst>
          </p:cNvPr>
          <p:cNvSpPr txBox="1"/>
          <p:nvPr/>
        </p:nvSpPr>
        <p:spPr>
          <a:xfrm>
            <a:off x="1446835" y="2507800"/>
            <a:ext cx="552112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surface roughness and material hardness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sliding velocity and applied pressure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6C715-4D69-28D1-F05E-69CB264BF655}"/>
              </a:ext>
            </a:extLst>
          </p:cNvPr>
          <p:cNvSpPr txBox="1"/>
          <p:nvPr/>
        </p:nvSpPr>
        <p:spPr>
          <a:xfrm>
            <a:off x="655318" y="3592522"/>
            <a:ext cx="1110995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Utilise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the Daimon sensor to conduct experiments on three distinct materials.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collected data will then be fed into a neural network. This research aims to determine if sufficient information was collected to accurately classify materials for a live classification test.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AE329-202D-DE0A-CFB8-CA0B76E22839}"/>
              </a:ext>
            </a:extLst>
          </p:cNvPr>
          <p:cNvSpPr txBox="1"/>
          <p:nvPr/>
        </p:nvSpPr>
        <p:spPr>
          <a:xfrm>
            <a:off x="655318" y="5032318"/>
            <a:ext cx="11109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Aptos" panose="020B0004020202020204" pitchFamily="34" charset="0"/>
              </a:rPr>
              <a:t>This research aims to determine if sufficient information was collected to accurately classify materials for a live classification test.</a:t>
            </a:r>
            <a:endParaRPr lang="en-ZA" sz="20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00607-103F-DC7B-853F-EFDA0315E0F2}"/>
              </a:ext>
            </a:extLst>
          </p:cNvPr>
          <p:cNvSpPr txBox="1"/>
          <p:nvPr/>
        </p:nvSpPr>
        <p:spPr>
          <a:xfrm>
            <a:off x="-6154271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90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  <p:bldP spid="13" grpId="0"/>
      <p:bldP spid="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EB92CC4-2F6F-5BE0-F1AA-B3B8206BDC89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B48740-0378-1DE6-7900-9A2EC0F1BD91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7015E1-4B9B-8CE2-543C-0163B1803307}"/>
              </a:ext>
            </a:extLst>
          </p:cNvPr>
          <p:cNvSpPr txBox="1"/>
          <p:nvPr/>
        </p:nvSpPr>
        <p:spPr>
          <a:xfrm>
            <a:off x="796589" y="1366897"/>
            <a:ext cx="100818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Tactile perception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is explored through bio-inspired sensors linking human perception to robotics.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Correlating mechanoreceptors in human skin with material properties.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Materials classified based on physical qualities like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surface roughness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hardness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Study evaluated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frictional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vibrational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effects of an artificial finger.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Findings indicate that simple touch lacks precision;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sliding motions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with varied velocities and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 pressures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improve classification accuracy of materials' attributes</a:t>
            </a:r>
            <a:r>
              <a:rPr lang="en-ZA" dirty="0"/>
              <a:t>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20AC75-3CA6-D2B6-72E2-6F615F44CD9F}"/>
              </a:ext>
            </a:extLst>
          </p:cNvPr>
          <p:cNvSpPr txBox="1"/>
          <p:nvPr/>
        </p:nvSpPr>
        <p:spPr>
          <a:xfrm>
            <a:off x="796589" y="3662814"/>
            <a:ext cx="10366711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2.    Using the </a:t>
            </a:r>
            <a:r>
              <a:rPr lang="en-ZA" b="1" dirty="0" err="1">
                <a:solidFill>
                  <a:srgbClr val="0070C0"/>
                </a:solidFill>
                <a:latin typeface="Aptos" panose="020B0004020202020204" pitchFamily="34" charset="0"/>
              </a:rPr>
              <a:t>GelSight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 sensor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GelSight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sensor accurately captures fine details of materials, utilizing image processing techniques.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substantial dataset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has been collected using this sensor, covering a wide range of materials.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Employs image processing and neural networks (NN) for image analysis and training.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Deep learning approaches involve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pre-trained models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adjusted for different data types through transfer learning.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Data augmentation techniques used include scaling, cropping, and rotating images.</a:t>
            </a:r>
          </a:p>
        </p:txBody>
      </p:sp>
    </p:spTree>
    <p:extLst>
      <p:ext uri="{BB962C8B-B14F-4D97-AF65-F5344CB8AC3E}">
        <p14:creationId xmlns:p14="http://schemas.microsoft.com/office/powerpoint/2010/main" val="225796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B6FF-0B52-8A87-4DD7-DEC1FD1E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A7A3267A-DB06-69BF-94A5-28F8CC7A2DCF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BC3FAB-CB99-41ED-2F53-AB52DDDD28C9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63C528-3676-0B6E-6955-3107453679E5}"/>
              </a:ext>
            </a:extLst>
          </p:cNvPr>
          <p:cNvSpPr txBox="1"/>
          <p:nvPr/>
        </p:nvSpPr>
        <p:spPr>
          <a:xfrm>
            <a:off x="1028700" y="1264591"/>
            <a:ext cx="100818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Advancement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of tactile sensors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Compares different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manufacturing techniques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for tactile sensors.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Assesses hardware types, preparation procedures, and sensor cameras.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Evaluates material resilience under prolonged stress.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Discusses the impact of elastic deformation on sensitivity and information acquisition.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64C636-8851-1268-C5BD-86775F2F8510}"/>
              </a:ext>
            </a:extLst>
          </p:cNvPr>
          <p:cNvSpPr txBox="1"/>
          <p:nvPr/>
        </p:nvSpPr>
        <p:spPr>
          <a:xfrm>
            <a:off x="1028700" y="3400425"/>
            <a:ext cx="1036671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2.  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operational mechanics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of the Daimon sensor.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sensor uses LEDs, a camera, markers, and a flexible elastomer pad for multimodality.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study contrasts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marker-based transduction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with intensity-based transduction technologies.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Key factors discussed include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compatibility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with neural networks, ease of manufacture, and simplicity of structure.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noted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drawback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is the sensor's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insensitivity to spatial texture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604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5051-A82C-8355-32D5-C1C17227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B0007778-F39D-432B-2C1D-2BDF8454153B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9B4DDB-8C48-7FCF-8AF6-80C404184BD8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1F7222-2297-499E-D1DF-3D8806BA5181}"/>
              </a:ext>
            </a:extLst>
          </p:cNvPr>
          <p:cNvSpPr txBox="1"/>
          <p:nvPr/>
        </p:nvSpPr>
        <p:spPr>
          <a:xfrm>
            <a:off x="881216" y="1530062"/>
            <a:ext cx="100818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Using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Daimon sensor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for assessing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fruit ripeness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in automated agriculture.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aim was to evaluate the sensor's data reliability and integrate VBTS with conventional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robotic picking techniques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Employed to identify object hardness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Normal and shear force maps, and optical flow maps from the Daimon sensor.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Multiple experiments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ranged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from sensitive to firm fruits, showing clearer normal force distinctions with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A8A9-95CC-8A8B-6D60-3CCC36C1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1397911" y="6376236"/>
            <a:ext cx="13837328" cy="13837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892C1-9BB6-211E-4504-94581360B004}"/>
              </a:ext>
            </a:extLst>
          </p:cNvPr>
          <p:cNvSpPr txBox="1"/>
          <p:nvPr/>
        </p:nvSpPr>
        <p:spPr>
          <a:xfrm>
            <a:off x="2918756" y="-2470098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865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15648B-8ABC-FC37-F734-EA857AD179E1}"/>
              </a:ext>
            </a:extLst>
          </p:cNvPr>
          <p:cNvSpPr txBox="1"/>
          <p:nvPr/>
        </p:nvSpPr>
        <p:spPr>
          <a:xfrm>
            <a:off x="3177244" y="0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2A3A5-904A-B3E7-A734-D893ACB3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630680" y="980684"/>
            <a:ext cx="8260080" cy="8260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A39FDE-C5B0-01D3-1468-C33D28976835}"/>
              </a:ext>
            </a:extLst>
          </p:cNvPr>
          <p:cNvSpPr txBox="1"/>
          <p:nvPr/>
        </p:nvSpPr>
        <p:spPr>
          <a:xfrm>
            <a:off x="-3507904" y="0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801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C504-3485-E76C-7EA9-520EBAE1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C38CD62-5C0D-235C-0965-4B9CCDC85FA0}"/>
              </a:ext>
            </a:extLst>
          </p:cNvPr>
          <p:cNvSpPr txBox="1"/>
          <p:nvPr/>
        </p:nvSpPr>
        <p:spPr>
          <a:xfrm>
            <a:off x="881216" y="203199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515F5-B3A5-7643-6214-FF310F5D1F12}"/>
              </a:ext>
            </a:extLst>
          </p:cNvPr>
          <p:cNvSpPr txBox="1"/>
          <p:nvPr/>
        </p:nvSpPr>
        <p:spPr>
          <a:xfrm>
            <a:off x="881216" y="1560542"/>
            <a:ext cx="1008184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If the Daimon sensor can formulate the materials'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"fingerprint"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Understand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surface roughness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material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hardness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of the tested materials.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1098F-78D9-6E4D-7086-6B9145AF0410}"/>
              </a:ext>
            </a:extLst>
          </p:cNvPr>
          <p:cNvSpPr txBox="1"/>
          <p:nvPr/>
        </p:nvSpPr>
        <p:spPr>
          <a:xfrm>
            <a:off x="881216" y="2660476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How the experiment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should be conducted which stems from previously states research papers    and how to incorporate tactile perception with VBTS technology.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Leads to defining constant variables such as the sensor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sliding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applied pressure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during the motion across the material for material classification.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C6162-E6FE-ADAC-2A97-62A6C3167179}"/>
              </a:ext>
            </a:extLst>
          </p:cNvPr>
          <p:cNvSpPr txBox="1"/>
          <p:nvPr/>
        </p:nvSpPr>
        <p:spPr>
          <a:xfrm>
            <a:off x="881216" y="4222968"/>
            <a:ext cx="1008184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Feeding the collected data into 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neural network</a:t>
            </a:r>
          </a:p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Identify if data collected was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sufficient to accurately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classify a tested material.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79D6A-1B19-7A4D-F731-8D4D0915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983558" y="7437120"/>
            <a:ext cx="4224884" cy="4224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DB38A5-3701-C49C-EA59-4D31650A913D}"/>
              </a:ext>
            </a:extLst>
          </p:cNvPr>
          <p:cNvSpPr txBox="1"/>
          <p:nvPr/>
        </p:nvSpPr>
        <p:spPr>
          <a:xfrm>
            <a:off x="3023513" y="-1911019"/>
            <a:ext cx="5470057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7E06F-BDF5-56E0-9DA9-E66E6BA05DA4}"/>
              </a:ext>
            </a:extLst>
          </p:cNvPr>
          <p:cNvSpPr txBox="1"/>
          <p:nvPr/>
        </p:nvSpPr>
        <p:spPr>
          <a:xfrm>
            <a:off x="-3456322" y="203199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2D39-4E1B-9445-C213-6B1614EC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B01DA5BA-9D24-8773-D24F-4C3E12893510}"/>
              </a:ext>
            </a:extLst>
          </p:cNvPr>
          <p:cNvSpPr txBox="1"/>
          <p:nvPr/>
        </p:nvSpPr>
        <p:spPr>
          <a:xfrm>
            <a:off x="881216" y="203199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3E743-6DCE-92F7-E957-21AAF30DDC4D}"/>
              </a:ext>
            </a:extLst>
          </p:cNvPr>
          <p:cNvSpPr txBox="1"/>
          <p:nvPr/>
        </p:nvSpPr>
        <p:spPr>
          <a:xfrm>
            <a:off x="881216" y="1837158"/>
            <a:ext cx="1008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data collected via the sliding motion will be sufficient for material classification when real-time classification is operated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under the same conditions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as when data were collected.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E483-213F-C1AE-9F49-005A8CE68377}"/>
              </a:ext>
            </a:extLst>
          </p:cNvPr>
          <p:cNvSpPr txBox="1"/>
          <p:nvPr/>
        </p:nvSpPr>
        <p:spPr>
          <a:xfrm>
            <a:off x="881216" y="2867843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dataset is naturally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limited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for training, as it bounds metal, plastic and rubber classification to these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specific objects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This limitation does not cover subtypes of these materials (i.e., the different hardness between ABS and PET), nor does it consider the diverse surface finishes due to manufacturing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AD60A-EFBB-AA9C-F416-8EA85BB8D2D3}"/>
              </a:ext>
            </a:extLst>
          </p:cNvPr>
          <p:cNvSpPr txBox="1"/>
          <p:nvPr/>
        </p:nvSpPr>
        <p:spPr>
          <a:xfrm>
            <a:off x="881216" y="4529470"/>
            <a:ext cx="9465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4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However, the features fed in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neural network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will be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sufficient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enough to differentiate the chosen materials.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2C4A7-21F6-E679-A521-3ED90E4EDD9F}"/>
              </a:ext>
            </a:extLst>
          </p:cNvPr>
          <p:cNvSpPr txBox="1"/>
          <p:nvPr/>
        </p:nvSpPr>
        <p:spPr>
          <a:xfrm>
            <a:off x="881216" y="-1594464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00198-3F45-8949-22AE-87941B883316}"/>
              </a:ext>
            </a:extLst>
          </p:cNvPr>
          <p:cNvSpPr txBox="1"/>
          <p:nvPr/>
        </p:nvSpPr>
        <p:spPr>
          <a:xfrm>
            <a:off x="-3904144" y="203199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4505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FAA2-5188-D92B-D762-44939E85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AA555CF6-2F02-F946-0D8F-28CDF8C4D778}"/>
              </a:ext>
            </a:extLst>
          </p:cNvPr>
          <p:cNvSpPr txBox="1"/>
          <p:nvPr/>
        </p:nvSpPr>
        <p:spPr>
          <a:xfrm>
            <a:off x="881216" y="203199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58B374-5C6B-5075-570B-F49F9FF38EBC}"/>
              </a:ext>
            </a:extLst>
          </p:cNvPr>
          <p:cNvSpPr txBox="1"/>
          <p:nvPr/>
        </p:nvSpPr>
        <p:spPr>
          <a:xfrm>
            <a:off x="817944" y="1598965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experiments conducted will incorporate the information on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tangential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normal deformation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(from the Daimon sensor),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rate of tangential deformation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and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rate of depth deformation.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Three different materials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were tested: plastic, rubber, metal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18D9D-61DB-B26A-CB8F-CB822782194B}"/>
              </a:ext>
            </a:extLst>
          </p:cNvPr>
          <p:cNvSpPr txBox="1"/>
          <p:nvPr/>
        </p:nvSpPr>
        <p:spPr>
          <a:xfrm>
            <a:off x="881216" y="-1543665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0EDFB-C5F6-32F9-BFCA-A492E9755E74}"/>
              </a:ext>
            </a:extLst>
          </p:cNvPr>
          <p:cNvSpPr txBox="1"/>
          <p:nvPr/>
        </p:nvSpPr>
        <p:spPr>
          <a:xfrm>
            <a:off x="817944" y="3007649"/>
            <a:ext cx="98703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Sixty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repetitive swiping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actions, the object's orientation will be changed with respect to the sensor. 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ensure repeatability of every swipe,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Baxter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manufactured by Rethink Robotics, has been used to conduct the experiments.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692BB-B56D-8F89-FC5E-509F101C3327}"/>
              </a:ext>
            </a:extLst>
          </p:cNvPr>
          <p:cNvSpPr txBox="1"/>
          <p:nvPr/>
        </p:nvSpPr>
        <p:spPr>
          <a:xfrm>
            <a:off x="885204" y="4416333"/>
            <a:ext cx="98703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results collected are fed into a time series transformer, where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16%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of datasets were used for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testing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while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44%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were used for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training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verify the adequacy of the datasets for training, 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"live classification"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script was developed to evaluate the Daimon sensor's real-time capability to accurately identify the material.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0BEAEF-034F-B2EF-EAA1-A772EA06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7589522" y="-934098"/>
            <a:ext cx="7239001" cy="81709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E17730-32BA-7071-9797-ACFAF4040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12428275" y="-1207104"/>
            <a:ext cx="6909241" cy="779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1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3FE9-4E78-6517-D01C-107BEF98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AF326-4CDB-04BC-7898-C60883707016}"/>
              </a:ext>
            </a:extLst>
          </p:cNvPr>
          <p:cNvSpPr txBox="1"/>
          <p:nvPr/>
        </p:nvSpPr>
        <p:spPr>
          <a:xfrm>
            <a:off x="881216" y="-1457961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68B83-693F-8A9A-9D9D-1F8E1A432DD0}"/>
              </a:ext>
            </a:extLst>
          </p:cNvPr>
          <p:cNvSpPr txBox="1"/>
          <p:nvPr/>
        </p:nvSpPr>
        <p:spPr>
          <a:xfrm>
            <a:off x="5198768" y="2278501"/>
            <a:ext cx="2453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DB6E7-8417-D861-F3DE-E86B7F9F4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7761018" y="609599"/>
            <a:ext cx="4892040" cy="5516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1083-D933-5137-BBBD-2CBA0C76D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1" y="609599"/>
            <a:ext cx="5090160" cy="57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3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227D-A3C3-2F3B-964B-10D33856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2BD1C9-964A-C596-E707-FADAC2397DC5}"/>
              </a:ext>
            </a:extLst>
          </p:cNvPr>
          <p:cNvSpPr txBox="1"/>
          <p:nvPr/>
        </p:nvSpPr>
        <p:spPr>
          <a:xfrm>
            <a:off x="790891" y="332470"/>
            <a:ext cx="2453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B6FD3-4460-B31B-5DF3-C875DF299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13857018" y="1600133"/>
            <a:ext cx="2784446" cy="3140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F6900-11F3-8C8F-7BE7-D36AB24ED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4234364" y="1995853"/>
            <a:ext cx="2431353" cy="2744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3A12CC-9E55-7B4C-2EC8-4ED518F27C3C}"/>
              </a:ext>
            </a:extLst>
          </p:cNvPr>
          <p:cNvSpPr txBox="1"/>
          <p:nvPr/>
        </p:nvSpPr>
        <p:spPr>
          <a:xfrm>
            <a:off x="807303" y="1794610"/>
            <a:ext cx="1043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data obtained reflect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sensor's response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to various materials. The effect is influenced by the direction of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applied motion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the magnitude of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pressure exerted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and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surface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roughness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hardness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of the material's.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D14F5-090F-2C2D-2B59-59631B18EA93}"/>
              </a:ext>
            </a:extLst>
          </p:cNvPr>
          <p:cNvSpPr txBox="1"/>
          <p:nvPr/>
        </p:nvSpPr>
        <p:spPr>
          <a:xfrm>
            <a:off x="872112" y="2967335"/>
            <a:ext cx="10439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Shear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is the slippage of the sensors.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Depth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indicates the point at which the material exhibits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reduced influence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on the sensor, resulting in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deformation of the object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rather than the elastomer pad.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stick-slip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mechanism is also evaluated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4FB80-98A0-B5E0-6192-5385B3736EB5}"/>
              </a:ext>
            </a:extLst>
          </p:cNvPr>
          <p:cNvSpPr txBox="1"/>
          <p:nvPr/>
        </p:nvSpPr>
        <p:spPr>
          <a:xfrm>
            <a:off x="811491" y="4570947"/>
            <a:ext cx="10435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5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To sustain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continuous motion and applied pressure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from Baxter, the object was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rotated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while maintaining Baxter's fixed location. This method produced varying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contact surfaces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, particularly for plastic due to its irregular shape.</a:t>
            </a:r>
          </a:p>
          <a:p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743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546CF-B02C-C87D-BF37-E6BF72C1707B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CA2CF-66FE-7F9B-754E-1927421E2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234" y="0"/>
            <a:ext cx="699676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379BDC-2A04-72F4-5AD5-ABB5C07E2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66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7263-E23E-A081-9184-28C14409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7CF7D7-2B92-2635-7025-70E6B304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D6950-E861-103F-FBDE-488D3F45D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A95BC-263D-6835-FBA8-1D2571254BC6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95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53E1-585F-574D-A13F-29CD2B25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B90011-3F29-A11C-C812-1D466B10F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ABD1C-0D5D-7B73-01C4-E922FA9BF7F8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068B8-9277-42E8-7723-263F8722A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1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4A5F-D73D-69A0-69A2-D2D02080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D5C220-5A99-4A53-12FE-4691EF748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DBB0C-F617-E9E0-47B5-55BCC96C2AE0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16526-D944-0219-B981-67DD11310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89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11F1-0F89-01C9-6648-6EB35FB5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4EA3C3-7133-5D71-DE43-6442BF15B365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089A6-6267-4F73-6EB9-6AE51D939628}"/>
              </a:ext>
            </a:extLst>
          </p:cNvPr>
          <p:cNvSpPr txBox="1"/>
          <p:nvPr/>
        </p:nvSpPr>
        <p:spPr>
          <a:xfrm>
            <a:off x="790890" y="1467869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irregular shape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and contact surface area of the plastic object subjected it to different conditions.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As illustrated in the figure and the "Plastic up" graph, the contact area was less than in the "Plastic down" graph; the difference is indicated by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higher number of pixels per mm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79927-895A-6D67-F7CE-78331E199BF6}"/>
              </a:ext>
            </a:extLst>
          </p:cNvPr>
          <p:cNvSpPr txBox="1"/>
          <p:nvPr/>
        </p:nvSpPr>
        <p:spPr>
          <a:xfrm>
            <a:off x="790890" y="3010127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"plastic left" graph and "plastic right" graphs show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longer contact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with the surface of the object. This data correlates with the illustration of the direction of motion.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increased depth, caused by the sensor being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pushed into the object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also affected the tangential deformation.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657CB-151B-1A63-4B0A-2A1B339F3ADA}"/>
              </a:ext>
            </a:extLst>
          </p:cNvPr>
          <p:cNvSpPr txBox="1"/>
          <p:nvPr/>
        </p:nvSpPr>
        <p:spPr>
          <a:xfrm>
            <a:off x="790890" y="4552385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It is observed that sliding along the plastic material from the "right" direction resulted in a greater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stick-slip effect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profiles of all the graphs are quite similar, but at varying scales.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757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B568-C19E-527C-43B3-F3A07E1C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191301-C08C-A710-CA5E-B3065FC12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69F848-8B2A-D889-08E3-AD09C4A5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51C0B9-E81D-73EA-A0DB-D64C29AC71B5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03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CAFD-4206-0E80-325B-C11DE016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9702C8-95AB-F44C-1922-D979EAF5E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FF56F0-C22C-B745-9FA3-2AC22E7A1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78546-41CD-9737-E31D-FB64CAC7A2A3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846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EA21F-E07D-A376-216A-EE99BE21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C23477-9B49-0F35-40D9-9B3A3596A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450E6-7855-0EA4-FE48-0BFF77E86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F3F3C9-1648-7E6B-67BE-6FF36D49239A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80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1899E-C4FF-3C93-2EAE-DA1A6862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47B090-0B1B-DB94-8F4E-76DC47876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A29467-4A0E-5920-44C2-91205F83E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1CB88-EDD2-E87F-7CF1-574A029890D1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48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3270-279F-01AD-71C0-45CB8B6C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0BCF3-87E4-B9D6-CAE6-CBF8C364FBFD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4C42B-A0D8-600B-A8F0-2C1A13047B17}"/>
              </a:ext>
            </a:extLst>
          </p:cNvPr>
          <p:cNvSpPr txBox="1"/>
          <p:nvPr/>
        </p:nvSpPr>
        <p:spPr>
          <a:xfrm>
            <a:off x="790890" y="3429000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sensor's movement over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holes affected the depth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and depth velocity graphs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spaced shear velocity suggests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less slippage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of the sensor, correlating with the metal's surface roughness.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24E13-EF03-B83D-2E05-B61F6B30EC3E}"/>
              </a:ext>
            </a:extLst>
          </p:cNvPr>
          <p:cNvSpPr txBox="1"/>
          <p:nvPr/>
        </p:nvSpPr>
        <p:spPr>
          <a:xfrm>
            <a:off x="790890" y="1971941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"metal up" and "metal down" graphs exhibit similar results, indicating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homogenous metal grains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In contrast, the "metal left" and "metal right" graphs show differences, likely due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to higher pressure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during the "metal left" test, reflected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greater effects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on depth, shear, and shear velocity.</a:t>
            </a:r>
          </a:p>
        </p:txBody>
      </p:sp>
    </p:spTree>
    <p:extLst>
      <p:ext uri="{BB962C8B-B14F-4D97-AF65-F5344CB8AC3E}">
        <p14:creationId xmlns:p14="http://schemas.microsoft.com/office/powerpoint/2010/main" val="358904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CE1F-7BBB-2A71-6AD6-8C19EC0E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92AC8-FD61-58D9-8B71-59D6F07DB7FC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23657-38A7-7535-9D16-0845C818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BE9494-396E-0844-5C04-F711B5A7D5F4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8B2C35-D9C7-6FA0-FFE4-EE2A44C82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83858F-2C0A-76C3-B595-EEAB69631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384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9FC3-894F-155F-20F0-7982F999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840FD8-61F9-C1ED-CF6F-4A3225873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E6C0BC7-CCFE-523F-EAB8-D32DC02076A5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C0E779-F3A0-4E9E-7EFE-99FE604CC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C25766-A4DE-63D4-D04F-1CC2A3A5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F61859-6548-8C48-8EB6-4DA448F2784A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408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DE09-A2CF-1BC3-AA51-90BBBBC7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D7854E-7237-9479-C50E-FB298AE68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1A49C6-A583-5A47-F323-7D78FFC8B498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ABE675-2FA3-64F5-902A-F634CFECE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7705C3-778C-CF2A-C275-B1CBC83D0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3A03BE-3ABD-982B-AEF5-93CE388843E6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01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8450-3E94-8310-2A38-7708B49E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A264F8-8081-887D-347D-A421BA39D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B8084F-2397-AF27-8D87-DFC46E2CC2F4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FCAB97-0950-E4E1-61E8-15845989E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657C9F-6456-C0E6-FA7B-F992E5E7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2ECCFE3-B339-4E43-119D-2342E6266518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557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10FD-C0D8-9A78-3BF8-9914F039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74A06-C4D7-ED15-68F3-B3BFFE30FC21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B94A3-F644-C30F-5B2D-4B22FB57F6DB}"/>
              </a:ext>
            </a:extLst>
          </p:cNvPr>
          <p:cNvSpPr txBox="1"/>
          <p:nvPr/>
        </p:nvSpPr>
        <p:spPr>
          <a:xfrm>
            <a:off x="790890" y="1757122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analysis reveals that different graphs illustrate variations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texture across multiple axes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primary factor affecting material hardness is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depth of velocity graphs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; this distinguishes metal from plastic, as the rubber ball's influence on the sensor diminishes during swiping.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CCC3F-8A31-54F1-052C-C182128AAB40}"/>
              </a:ext>
            </a:extLst>
          </p:cNvPr>
          <p:cNvSpPr txBox="1"/>
          <p:nvPr/>
        </p:nvSpPr>
        <p:spPr>
          <a:xfrm>
            <a:off x="790890" y="3112996"/>
            <a:ext cx="104394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Additionally, shear-graph contact pixels show a marked increase for plastic and metal under greater contact pressure, evident in the "spikes" on their graphs.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contrast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,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shear graph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for rubber is more curved, reflecting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ball's deformation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Slippage, as indicated by tangential velocity graphs,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behaves differently for elastomers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compared to rigid materials, showing that the sensor's elastomer did not experience a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"stick-slip"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phenomenon 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often as with metal and plastic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898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2C91-9E57-AB20-A35B-46AB6888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C5A986-1EB2-5A3B-D992-00B624EA2BCE}"/>
              </a:ext>
            </a:extLst>
          </p:cNvPr>
          <p:cNvSpPr txBox="1"/>
          <p:nvPr/>
        </p:nvSpPr>
        <p:spPr>
          <a:xfrm>
            <a:off x="4812688" y="2288661"/>
            <a:ext cx="2817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64C58-2817-075A-720B-1E3F36F0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7761018" y="609599"/>
            <a:ext cx="4892040" cy="5516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4F526E-5822-7B6E-F712-0B8BD1672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1" y="609599"/>
            <a:ext cx="5090160" cy="57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7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51A5-CD18-5904-BCCA-979331BE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0040A-3C55-103D-7AF3-47B678A0530E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85779-7A32-08E8-7B35-21D0FBAA6B25}"/>
              </a:ext>
            </a:extLst>
          </p:cNvPr>
          <p:cNvSpPr txBox="1"/>
          <p:nvPr/>
        </p:nvSpPr>
        <p:spPr>
          <a:xfrm>
            <a:off x="967871" y="1846183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Varying applied pressure while maintaining constant velocity aids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distinguishing materials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Live classification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tests revealed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challenges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when pressure and velocity fluctuated, hindering accurate material identification.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7790B-E9E0-066A-830D-2C31B4CAEC45}"/>
              </a:ext>
            </a:extLst>
          </p:cNvPr>
          <p:cNvSpPr txBox="1"/>
          <p:nvPr/>
        </p:nvSpPr>
        <p:spPr>
          <a:xfrm>
            <a:off x="967871" y="3094308"/>
            <a:ext cx="10439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trained model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inadequately accounts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for elastomer pad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behavior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under different conditions.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Current model does not consider diverse material types and their manufacturing methods (e.g., moulded vs. 3D-printed plastics).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more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robust model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is necessary - varying loads, velocities, and material categories.</a:t>
            </a:r>
          </a:p>
        </p:txBody>
      </p:sp>
    </p:spTree>
    <p:extLst>
      <p:ext uri="{BB962C8B-B14F-4D97-AF65-F5344CB8AC3E}">
        <p14:creationId xmlns:p14="http://schemas.microsoft.com/office/powerpoint/2010/main" val="359553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35D6-6A9A-C4FD-EEB2-FB1E5DA1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081EB-AF21-5352-AAB9-D123CECF5303}"/>
              </a:ext>
            </a:extLst>
          </p:cNvPr>
          <p:cNvSpPr txBox="1"/>
          <p:nvPr/>
        </p:nvSpPr>
        <p:spPr>
          <a:xfrm>
            <a:off x="790890" y="332470"/>
            <a:ext cx="4793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Cognitive Approach: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3372E-F8C2-A9FD-F08B-E7D595063F00}"/>
              </a:ext>
            </a:extLst>
          </p:cNvPr>
          <p:cNvSpPr txBox="1"/>
          <p:nvPr/>
        </p:nvSpPr>
        <p:spPr>
          <a:xfrm>
            <a:off x="967871" y="1846183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Varying applied pressure while maintaining constant velocity aids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distinguishing materials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Live classification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tests revealed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challenges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when pressure and velocity fluctuated, hindering accurate material identification.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3B657-9BEC-375E-922B-B17E72AA8691}"/>
              </a:ext>
            </a:extLst>
          </p:cNvPr>
          <p:cNvSpPr txBox="1"/>
          <p:nvPr/>
        </p:nvSpPr>
        <p:spPr>
          <a:xfrm>
            <a:off x="967871" y="3094308"/>
            <a:ext cx="10439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trained model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inadequately accounts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for elastomer pad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behavior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under different conditions.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Current model does not consider diverse material types and their manufacturing methods (e.g., moulded vs. 3D-printed plastics).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more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robust model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is necessary - varying loads, velocities, and material categories.</a:t>
            </a:r>
          </a:p>
        </p:txBody>
      </p:sp>
    </p:spTree>
    <p:extLst>
      <p:ext uri="{BB962C8B-B14F-4D97-AF65-F5344CB8AC3E}">
        <p14:creationId xmlns:p14="http://schemas.microsoft.com/office/powerpoint/2010/main" val="2934048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theme/theme1.xml><?xml version="1.0" encoding="utf-8"?>
<a:theme xmlns:a="http://schemas.openxmlformats.org/drawingml/2006/main" name="Theme1">
  <a:themeElements>
    <a:clrScheme name="AnalogousFromRegularSeed_2SEEDS">
      <a:dk1>
        <a:srgbClr val="000000"/>
      </a:dk1>
      <a:lt1>
        <a:srgbClr val="FFFFFF"/>
      </a:lt1>
      <a:dk2>
        <a:srgbClr val="181734"/>
      </a:dk2>
      <a:lt2>
        <a:srgbClr val="F0F1F3"/>
      </a:lt2>
      <a:accent1>
        <a:srgbClr val="B1953B"/>
      </a:accent1>
      <a:accent2>
        <a:srgbClr val="C3754D"/>
      </a:accent2>
      <a:accent3>
        <a:srgbClr val="97A942"/>
      </a:accent3>
      <a:accent4>
        <a:srgbClr val="3B67B1"/>
      </a:accent4>
      <a:accent5>
        <a:srgbClr val="524DC3"/>
      </a:accent5>
      <a:accent6>
        <a:srgbClr val="723BB1"/>
      </a:accent6>
      <a:hlink>
        <a:srgbClr val="4260C0"/>
      </a:hlink>
      <a:folHlink>
        <a:srgbClr val="7F7F7F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9848D2-8DD3-47E3-9762-8E34B7561278}" vid="{66958478-FE2F-4E52-970E-9DE0CEB24D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1552</Words>
  <Application>Microsoft Office PowerPoint</Application>
  <PresentationFormat>Widescreen</PresentationFormat>
  <Paragraphs>123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Georgia Pro Light</vt:lpstr>
      <vt:lpstr>Theme1</vt:lpstr>
      <vt:lpstr>Multi-Modal Vision Based Tactile Sensor Dataset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Harmful Emissions Mainly CO, Nox, and SOx</dc:title>
  <dc:creator>Stefania Germena</dc:creator>
  <cp:lastModifiedBy>Germena Stefania</cp:lastModifiedBy>
  <cp:revision>52</cp:revision>
  <dcterms:created xsi:type="dcterms:W3CDTF">2024-10-30T14:55:45Z</dcterms:created>
  <dcterms:modified xsi:type="dcterms:W3CDTF">2026-06-23T11:57:37Z</dcterms:modified>
</cp:coreProperties>
</file>