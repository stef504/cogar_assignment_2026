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5"/>
  </p:notesMasterIdLst>
  <p:sldIdLst>
    <p:sldId id="256" r:id="rId2"/>
    <p:sldId id="299" r:id="rId3"/>
    <p:sldId id="257" r:id="rId4"/>
    <p:sldId id="300" r:id="rId5"/>
    <p:sldId id="301" r:id="rId6"/>
    <p:sldId id="303" r:id="rId7"/>
    <p:sldId id="302" r:id="rId8"/>
    <p:sldId id="304" r:id="rId9"/>
    <p:sldId id="305" r:id="rId10"/>
    <p:sldId id="306" r:id="rId11"/>
    <p:sldId id="307" r:id="rId12"/>
    <p:sldId id="314" r:id="rId13"/>
    <p:sldId id="315" r:id="rId14"/>
    <p:sldId id="316" r:id="rId15"/>
    <p:sldId id="317" r:id="rId16"/>
    <p:sldId id="308" r:id="rId17"/>
    <p:sldId id="319" r:id="rId18"/>
    <p:sldId id="320" r:id="rId19"/>
    <p:sldId id="321" r:id="rId20"/>
    <p:sldId id="322" r:id="rId21"/>
    <p:sldId id="309" r:id="rId22"/>
    <p:sldId id="323" r:id="rId23"/>
    <p:sldId id="324" r:id="rId24"/>
    <p:sldId id="325" r:id="rId25"/>
    <p:sldId id="326" r:id="rId26"/>
    <p:sldId id="310" r:id="rId27"/>
    <p:sldId id="327" r:id="rId28"/>
    <p:sldId id="328" r:id="rId29"/>
    <p:sldId id="329" r:id="rId30"/>
    <p:sldId id="330" r:id="rId31"/>
    <p:sldId id="311" r:id="rId32"/>
    <p:sldId id="312" r:id="rId33"/>
    <p:sldId id="31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DCE0"/>
    <a:srgbClr val="E0E1E5"/>
    <a:srgbClr val="9D7BDB"/>
    <a:srgbClr val="262452"/>
    <a:srgbClr val="212048"/>
    <a:srgbClr val="1817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7C5F3-641E-4540-A50E-1DD1FEDB6065}" v="1295" dt="2026-06-24T09:49:00.0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mena Stefania" userId="848a3578-c669-42d9-960b-fb42db2e6943" providerId="ADAL" clId="{0EF7214D-E59F-4D86-9B6A-2134479533EA}"/>
    <pc:docChg chg="undo custSel addSld delSld modSld sldOrd modMainMaster">
      <pc:chgData name="Germena Stefania" userId="848a3578-c669-42d9-960b-fb42db2e6943" providerId="ADAL" clId="{0EF7214D-E59F-4D86-9B6A-2134479533EA}" dt="2026-06-24T09:53:01.147" v="2694" actId="207"/>
      <pc:docMkLst>
        <pc:docMk/>
      </pc:docMkLst>
      <pc:sldChg chg="addSp delSp modSp mod setBg delAnim">
        <pc:chgData name="Germena Stefania" userId="848a3578-c669-42d9-960b-fb42db2e6943" providerId="ADAL" clId="{0EF7214D-E59F-4D86-9B6A-2134479533EA}" dt="2026-06-22T10:38:35.669" v="244" actId="478"/>
        <pc:sldMkLst>
          <pc:docMk/>
          <pc:sldMk cId="143143296" sldId="256"/>
        </pc:sldMkLst>
        <pc:spChg chg="mod ord">
          <ac:chgData name="Germena Stefania" userId="848a3578-c669-42d9-960b-fb42db2e6943" providerId="ADAL" clId="{0EF7214D-E59F-4D86-9B6A-2134479533EA}" dt="2026-06-22T10:22:35.319" v="38"/>
          <ac:spMkLst>
            <pc:docMk/>
            <pc:sldMk cId="143143296" sldId="256"/>
            <ac:spMk id="2" creationId="{A0D6D65D-16A8-A96C-5A52-CC6967B64141}"/>
          </ac:spMkLst>
        </pc:spChg>
        <pc:spChg chg="mod ord">
          <ac:chgData name="Germena Stefania" userId="848a3578-c669-42d9-960b-fb42db2e6943" providerId="ADAL" clId="{0EF7214D-E59F-4D86-9B6A-2134479533EA}" dt="2026-06-22T10:23:29.393" v="48" actId="14100"/>
          <ac:spMkLst>
            <pc:docMk/>
            <pc:sldMk cId="143143296" sldId="256"/>
            <ac:spMk id="3" creationId="{31632E6D-FACC-6359-7BA7-416CAE6BDE7E}"/>
          </ac:spMkLst>
        </pc:spChg>
        <pc:spChg chg="mod ord">
          <ac:chgData name="Germena Stefania" userId="848a3578-c669-42d9-960b-fb42db2e6943" providerId="ADAL" clId="{0EF7214D-E59F-4D86-9B6A-2134479533EA}" dt="2026-06-22T10:23:12.856" v="41" actId="208"/>
          <ac:spMkLst>
            <pc:docMk/>
            <pc:sldMk cId="143143296" sldId="256"/>
            <ac:spMk id="6" creationId="{DDAC23F2-0129-8ACB-4BEE-17246C409233}"/>
          </ac:spMkLst>
        </pc:spChg>
        <pc:picChg chg="add mod modCrop">
          <ac:chgData name="Germena Stefania" userId="848a3578-c669-42d9-960b-fb42db2e6943" providerId="ADAL" clId="{0EF7214D-E59F-4D86-9B6A-2134479533EA}" dt="2026-06-22T10:22:45.855" v="40" actId="732"/>
          <ac:picMkLst>
            <pc:docMk/>
            <pc:sldMk cId="143143296" sldId="256"/>
            <ac:picMk id="9" creationId="{19E955ED-FD84-FB48-F1F1-000228BBB2CE}"/>
          </ac:picMkLst>
        </pc:picChg>
      </pc:sldChg>
      <pc:sldChg chg="addSp delSp modSp mod setBg delAnim modAnim">
        <pc:chgData name="Germena Stefania" userId="848a3578-c669-42d9-960b-fb42db2e6943" providerId="ADAL" clId="{0EF7214D-E59F-4D86-9B6A-2134479533EA}" dt="2026-06-22T10:50:37.900" v="409" actId="207"/>
        <pc:sldMkLst>
          <pc:docMk/>
          <pc:sldMk cId="2257967378" sldId="257"/>
        </pc:sldMkLst>
        <pc:spChg chg="add mod">
          <ac:chgData name="Germena Stefania" userId="848a3578-c669-42d9-960b-fb42db2e6943" providerId="ADAL" clId="{0EF7214D-E59F-4D86-9B6A-2134479533EA}" dt="2026-06-22T10:38:13.827" v="235" actId="20577"/>
          <ac:spMkLst>
            <pc:docMk/>
            <pc:sldMk cId="2257967378" sldId="257"/>
            <ac:spMk id="34" creationId="{8EB92CC4-2F6F-5BE0-F1AA-B3B8206BDC89}"/>
          </ac:spMkLst>
        </pc:spChg>
        <pc:spChg chg="add mod">
          <ac:chgData name="Germena Stefania" userId="848a3578-c669-42d9-960b-fb42db2e6943" providerId="ADAL" clId="{0EF7214D-E59F-4D86-9B6A-2134479533EA}" dt="2026-06-22T10:38:50.246" v="248" actId="1076"/>
          <ac:spMkLst>
            <pc:docMk/>
            <pc:sldMk cId="2257967378" sldId="257"/>
            <ac:spMk id="38" creationId="{58B48740-0378-1DE6-7900-9A2EC0F1BD91}"/>
          </ac:spMkLst>
        </pc:spChg>
        <pc:spChg chg="add mod">
          <ac:chgData name="Germena Stefania" userId="848a3578-c669-42d9-960b-fb42db2e6943" providerId="ADAL" clId="{0EF7214D-E59F-4D86-9B6A-2134479533EA}" dt="2026-06-22T10:50:34.707" v="407" actId="113"/>
          <ac:spMkLst>
            <pc:docMk/>
            <pc:sldMk cId="2257967378" sldId="257"/>
            <ac:spMk id="39" creationId="{477015E1-4B9B-8CE2-543C-0163B1803307}"/>
          </ac:spMkLst>
        </pc:spChg>
        <pc:spChg chg="add mod">
          <ac:chgData name="Germena Stefania" userId="848a3578-c669-42d9-960b-fb42db2e6943" providerId="ADAL" clId="{0EF7214D-E59F-4D86-9B6A-2134479533EA}" dt="2026-06-22T10:50:37.900" v="409" actId="207"/>
          <ac:spMkLst>
            <pc:docMk/>
            <pc:sldMk cId="2257967378" sldId="257"/>
            <ac:spMk id="52" creationId="{2620AC75-3CA6-D2B6-72E2-6F615F44CD9F}"/>
          </ac:spMkLst>
        </pc:spChg>
      </pc:sldChg>
      <pc:sldChg chg="addSp delSp modSp add mod modTransition delAnim modAnim">
        <pc:chgData name="Germena Stefania" userId="848a3578-c669-42d9-960b-fb42db2e6943" providerId="ADAL" clId="{0EF7214D-E59F-4D86-9B6A-2134479533EA}" dt="2026-06-22T10:46:50.079" v="335" actId="207"/>
        <pc:sldMkLst>
          <pc:docMk/>
          <pc:sldMk cId="183901450" sldId="299"/>
        </pc:sldMkLst>
        <pc:spChg chg="add mod">
          <ac:chgData name="Germena Stefania" userId="848a3578-c669-42d9-960b-fb42db2e6943" providerId="ADAL" clId="{0EF7214D-E59F-4D86-9B6A-2134479533EA}" dt="2026-06-22T10:35:30.296" v="157" actId="1076"/>
          <ac:spMkLst>
            <pc:docMk/>
            <pc:sldMk cId="183901450" sldId="299"/>
            <ac:spMk id="6" creationId="{0A656F8F-AD71-2190-7655-876DFDFB6A8B}"/>
          </ac:spMkLst>
        </pc:spChg>
        <pc:spChg chg="mod">
          <ac:chgData name="Germena Stefania" userId="848a3578-c669-42d9-960b-fb42db2e6943" providerId="ADAL" clId="{0EF7214D-E59F-4D86-9B6A-2134479533EA}" dt="2026-06-22T10:35:32.373" v="158" actId="1076"/>
          <ac:spMkLst>
            <pc:docMk/>
            <pc:sldMk cId="183901450" sldId="299"/>
            <ac:spMk id="7" creationId="{08DE260B-B953-CCC5-8CA6-FBB21A0C3F3F}"/>
          </ac:spMkLst>
        </pc:spChg>
        <pc:spChg chg="add mod">
          <ac:chgData name="Germena Stefania" userId="848a3578-c669-42d9-960b-fb42db2e6943" providerId="ADAL" clId="{0EF7214D-E59F-4D86-9B6A-2134479533EA}" dt="2026-06-22T10:35:27.668" v="156" actId="1076"/>
          <ac:spMkLst>
            <pc:docMk/>
            <pc:sldMk cId="183901450" sldId="299"/>
            <ac:spMk id="8" creationId="{4EE6C715-4D69-28D1-F05E-69CB264BF655}"/>
          </ac:spMkLst>
        </pc:spChg>
        <pc:spChg chg="add mod">
          <ac:chgData name="Germena Stefania" userId="848a3578-c669-42d9-960b-fb42db2e6943" providerId="ADAL" clId="{0EF7214D-E59F-4D86-9B6A-2134479533EA}" dt="2026-06-22T10:46:50.079" v="335" actId="207"/>
          <ac:spMkLst>
            <pc:docMk/>
            <pc:sldMk cId="183901450" sldId="299"/>
            <ac:spMk id="13" creationId="{893AE329-202D-DE0A-CFB8-CA0B76E22839}"/>
          </ac:spMkLst>
        </pc:spChg>
        <pc:spChg chg="add mod">
          <ac:chgData name="Germena Stefania" userId="848a3578-c669-42d9-960b-fb42db2e6943" providerId="ADAL" clId="{0EF7214D-E59F-4D86-9B6A-2134479533EA}" dt="2026-06-22T10:38:55.730" v="250" actId="1076"/>
          <ac:spMkLst>
            <pc:docMk/>
            <pc:sldMk cId="183901450" sldId="299"/>
            <ac:spMk id="15" creationId="{F8C00607-103F-DC7B-853F-EFDA0315E0F2}"/>
          </ac:spMkLst>
        </pc:spChg>
        <pc:spChg chg="mod">
          <ac:chgData name="Germena Stefania" userId="848a3578-c669-42d9-960b-fb42db2e6943" providerId="ADAL" clId="{0EF7214D-E59F-4D86-9B6A-2134479533EA}" dt="2026-06-22T10:38:17.354" v="236" actId="20577"/>
          <ac:spMkLst>
            <pc:docMk/>
            <pc:sldMk cId="183901450" sldId="299"/>
            <ac:spMk id="23" creationId="{034484A1-5C74-259A-EC2D-6C425AD0F2CC}"/>
          </ac:spMkLst>
        </pc:spChg>
      </pc:sldChg>
      <pc:sldChg chg="modSp add mod">
        <pc:chgData name="Germena Stefania" userId="848a3578-c669-42d9-960b-fb42db2e6943" providerId="ADAL" clId="{0EF7214D-E59F-4D86-9B6A-2134479533EA}" dt="2026-06-22T10:56:33.011" v="495" actId="207"/>
        <pc:sldMkLst>
          <pc:docMk/>
          <pc:sldMk cId="436048907" sldId="300"/>
        </pc:sldMkLst>
        <pc:spChg chg="mod">
          <ac:chgData name="Germena Stefania" userId="848a3578-c669-42d9-960b-fb42db2e6943" providerId="ADAL" clId="{0EF7214D-E59F-4D86-9B6A-2134479533EA}" dt="2026-06-22T10:54:29.315" v="450" actId="207"/>
          <ac:spMkLst>
            <pc:docMk/>
            <pc:sldMk cId="436048907" sldId="300"/>
            <ac:spMk id="39" creationId="{9763C528-3676-0B6E-6955-3107453679E5}"/>
          </ac:spMkLst>
        </pc:spChg>
        <pc:spChg chg="mod">
          <ac:chgData name="Germena Stefania" userId="848a3578-c669-42d9-960b-fb42db2e6943" providerId="ADAL" clId="{0EF7214D-E59F-4D86-9B6A-2134479533EA}" dt="2026-06-22T10:56:33.011" v="495" actId="207"/>
          <ac:spMkLst>
            <pc:docMk/>
            <pc:sldMk cId="436048907" sldId="300"/>
            <ac:spMk id="52" creationId="{1464C636-8851-1268-C5BD-86775F2F8510}"/>
          </ac:spMkLst>
        </pc:spChg>
      </pc:sldChg>
      <pc:sldChg chg="addSp delSp modSp add mod delAnim">
        <pc:chgData name="Germena Stefania" userId="848a3578-c669-42d9-960b-fb42db2e6943" providerId="ADAL" clId="{0EF7214D-E59F-4D86-9B6A-2134479533EA}" dt="2026-06-22T13:16:09.465" v="633" actId="1076"/>
        <pc:sldMkLst>
          <pc:docMk/>
          <pc:sldMk cId="1568655157" sldId="301"/>
        </pc:sldMkLst>
        <pc:spChg chg="add mod">
          <ac:chgData name="Germena Stefania" userId="848a3578-c669-42d9-960b-fb42db2e6943" providerId="ADAL" clId="{0EF7214D-E59F-4D86-9B6A-2134479533EA}" dt="2026-06-22T13:16:09.465" v="633" actId="1076"/>
          <ac:spMkLst>
            <pc:docMk/>
            <pc:sldMk cId="1568655157" sldId="301"/>
            <ac:spMk id="5" creationId="{C64892C1-9BB6-211E-4504-94581360B004}"/>
          </ac:spMkLst>
        </pc:spChg>
        <pc:spChg chg="mod">
          <ac:chgData name="Germena Stefania" userId="848a3578-c669-42d9-960b-fb42db2e6943" providerId="ADAL" clId="{0EF7214D-E59F-4D86-9B6A-2134479533EA}" dt="2026-06-22T13:09:49.151" v="580" actId="313"/>
          <ac:spMkLst>
            <pc:docMk/>
            <pc:sldMk cId="1568655157" sldId="301"/>
            <ac:spMk id="39" creationId="{BA1F7222-2297-499E-D1DF-3D8806BA5181}"/>
          </ac:spMkLst>
        </pc:spChg>
        <pc:picChg chg="add mod">
          <ac:chgData name="Germena Stefania" userId="848a3578-c669-42d9-960b-fb42db2e6943" providerId="ADAL" clId="{0EF7214D-E59F-4D86-9B6A-2134479533EA}" dt="2026-06-22T13:15:50.338" v="630" actId="1076"/>
          <ac:picMkLst>
            <pc:docMk/>
            <pc:sldMk cId="1568655157" sldId="301"/>
            <ac:picMk id="3" creationId="{5B2CA8A9-95CC-8A8B-6D60-3CCC36C15E66}"/>
          </ac:picMkLst>
        </pc:picChg>
      </pc:sldChg>
      <pc:sldChg chg="addSp delSp modSp add mod modAnim">
        <pc:chgData name="Germena Stefania" userId="848a3578-c669-42d9-960b-fb42db2e6943" providerId="ADAL" clId="{0EF7214D-E59F-4D86-9B6A-2134479533EA}" dt="2026-06-22T15:21:04.679" v="1285" actId="1076"/>
        <pc:sldMkLst>
          <pc:docMk/>
          <pc:sldMk cId="1601781384" sldId="302"/>
        </pc:sldMkLst>
        <pc:spChg chg="add mod">
          <ac:chgData name="Germena Stefania" userId="848a3578-c669-42d9-960b-fb42db2e6943" providerId="ADAL" clId="{0EF7214D-E59F-4D86-9B6A-2134479533EA}" dt="2026-06-22T15:11:06.591" v="874" actId="207"/>
          <ac:spMkLst>
            <pc:docMk/>
            <pc:sldMk cId="1601781384" sldId="302"/>
            <ac:spMk id="4" creationId="{55D1098F-78D9-6E4D-7086-6B9145AF0410}"/>
          </ac:spMkLst>
        </pc:spChg>
        <pc:spChg chg="add mod">
          <ac:chgData name="Germena Stefania" userId="848a3578-c669-42d9-960b-fb42db2e6943" providerId="ADAL" clId="{0EF7214D-E59F-4D86-9B6A-2134479533EA}" dt="2026-06-22T15:12:46.816" v="1056" actId="207"/>
          <ac:spMkLst>
            <pc:docMk/>
            <pc:sldMk cId="1601781384" sldId="302"/>
            <ac:spMk id="5" creationId="{114C6162-E6FE-ADAC-2A97-62A6C3167179}"/>
          </ac:spMkLst>
        </pc:spChg>
        <pc:spChg chg="add mod">
          <ac:chgData name="Germena Stefania" userId="848a3578-c669-42d9-960b-fb42db2e6943" providerId="ADAL" clId="{0EF7214D-E59F-4D86-9B6A-2134479533EA}" dt="2026-06-22T15:13:29.238" v="1068" actId="1076"/>
          <ac:spMkLst>
            <pc:docMk/>
            <pc:sldMk cId="1601781384" sldId="302"/>
            <ac:spMk id="9" creationId="{03DB38A5-3701-C49C-EA59-4D31650A913D}"/>
          </ac:spMkLst>
        </pc:spChg>
        <pc:spChg chg="add mod">
          <ac:chgData name="Germena Stefania" userId="848a3578-c669-42d9-960b-fb42db2e6943" providerId="ADAL" clId="{0EF7214D-E59F-4D86-9B6A-2134479533EA}" dt="2026-06-22T15:21:04.679" v="1285" actId="1076"/>
          <ac:spMkLst>
            <pc:docMk/>
            <pc:sldMk cId="1601781384" sldId="302"/>
            <ac:spMk id="11" creationId="{AAC7E06F-BDF5-56E0-9DA9-E66E6BA05DA4}"/>
          </ac:spMkLst>
        </pc:spChg>
        <pc:spChg chg="mod">
          <ac:chgData name="Germena Stefania" userId="848a3578-c669-42d9-960b-fb42db2e6943" providerId="ADAL" clId="{0EF7214D-E59F-4D86-9B6A-2134479533EA}" dt="2026-06-22T15:01:58.028" v="646" actId="1076"/>
          <ac:spMkLst>
            <pc:docMk/>
            <pc:sldMk cId="1601781384" sldId="302"/>
            <ac:spMk id="34" creationId="{FC38CD62-5C0D-235C-0965-4B9CCDC85FA0}"/>
          </ac:spMkLst>
        </pc:spChg>
        <pc:spChg chg="mod">
          <ac:chgData name="Germena Stefania" userId="848a3578-c669-42d9-960b-fb42db2e6943" providerId="ADAL" clId="{0EF7214D-E59F-4D86-9B6A-2134479533EA}" dt="2026-06-22T15:10:46.136" v="870" actId="207"/>
          <ac:spMkLst>
            <pc:docMk/>
            <pc:sldMk cId="1601781384" sldId="302"/>
            <ac:spMk id="39" creationId="{677515F5-B3A5-7643-6214-FF310F5D1F12}"/>
          </ac:spMkLst>
        </pc:spChg>
        <pc:picChg chg="add mod">
          <ac:chgData name="Germena Stefania" userId="848a3578-c669-42d9-960b-fb42db2e6943" providerId="ADAL" clId="{0EF7214D-E59F-4D86-9B6A-2134479533EA}" dt="2026-06-22T15:13:04.864" v="1061" actId="1076"/>
          <ac:picMkLst>
            <pc:docMk/>
            <pc:sldMk cId="1601781384" sldId="302"/>
            <ac:picMk id="7" creationId="{02079D6A-1B19-7A4D-F731-8D4D091549AB}"/>
          </ac:picMkLst>
        </pc:picChg>
      </pc:sldChg>
      <pc:sldChg chg="addSp delSp modSp new mod modTransition">
        <pc:chgData name="Germena Stefania" userId="848a3578-c669-42d9-960b-fb42db2e6943" providerId="ADAL" clId="{0EF7214D-E59F-4D86-9B6A-2134479533EA}" dt="2026-06-22T15:13:15.293" v="1063" actId="1076"/>
        <pc:sldMkLst>
          <pc:docMk/>
          <pc:sldMk cId="3608010679" sldId="303"/>
        </pc:sldMkLst>
        <pc:spChg chg="add mod">
          <ac:chgData name="Germena Stefania" userId="848a3578-c669-42d9-960b-fb42db2e6943" providerId="ADAL" clId="{0EF7214D-E59F-4D86-9B6A-2134479533EA}" dt="2026-06-22T13:15:26.509" v="621" actId="1076"/>
          <ac:spMkLst>
            <pc:docMk/>
            <pc:sldMk cId="3608010679" sldId="303"/>
            <ac:spMk id="5" creationId="{7815648B-8ABC-FC37-F734-EA857AD179E1}"/>
          </ac:spMkLst>
        </pc:spChg>
        <pc:spChg chg="add mod">
          <ac:chgData name="Germena Stefania" userId="848a3578-c669-42d9-960b-fb42db2e6943" providerId="ADAL" clId="{0EF7214D-E59F-4D86-9B6A-2134479533EA}" dt="2026-06-22T15:13:15.293" v="1063" actId="1076"/>
          <ac:spMkLst>
            <pc:docMk/>
            <pc:sldMk cId="3608010679" sldId="303"/>
            <ac:spMk id="11" creationId="{36A39FDE-C5B0-01D3-1468-C33D28976835}"/>
          </ac:spMkLst>
        </pc:spChg>
        <pc:picChg chg="add mod">
          <ac:chgData name="Germena Stefania" userId="848a3578-c669-42d9-960b-fb42db2e6943" providerId="ADAL" clId="{0EF7214D-E59F-4D86-9B6A-2134479533EA}" dt="2026-06-22T13:15:34.509" v="626" actId="1076"/>
          <ac:picMkLst>
            <pc:docMk/>
            <pc:sldMk cId="3608010679" sldId="303"/>
            <ac:picMk id="9" creationId="{83F2A3A5-904A-B3E7-A734-D893ACB32A5F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5:21:54.922" v="1308"/>
        <pc:sldMkLst>
          <pc:docMk/>
          <pc:sldMk cId="1594505962" sldId="304"/>
        </pc:sldMkLst>
        <pc:spChg chg="add mod">
          <ac:chgData name="Germena Stefania" userId="848a3578-c669-42d9-960b-fb42db2e6943" providerId="ADAL" clId="{0EF7214D-E59F-4D86-9B6A-2134479533EA}" dt="2026-06-22T15:20:55.824" v="1283" actId="207"/>
          <ac:spMkLst>
            <pc:docMk/>
            <pc:sldMk cId="1594505962" sldId="304"/>
            <ac:spMk id="3" creationId="{FA0AD60A-EFBB-AA9C-F416-8EA85BB8D2D3}"/>
          </ac:spMkLst>
        </pc:spChg>
        <pc:spChg chg="mod">
          <ac:chgData name="Germena Stefania" userId="848a3578-c669-42d9-960b-fb42db2e6943" providerId="ADAL" clId="{0EF7214D-E59F-4D86-9B6A-2134479533EA}" dt="2026-06-22T15:20:44.644" v="1278" actId="1076"/>
          <ac:spMkLst>
            <pc:docMk/>
            <pc:sldMk cId="1594505962" sldId="304"/>
            <ac:spMk id="4" creationId="{7A55E483-213F-C1AE-9F49-005A8CE68377}"/>
          </ac:spMkLst>
        </pc:spChg>
        <pc:spChg chg="add mod">
          <ac:chgData name="Germena Stefania" userId="848a3578-c669-42d9-960b-fb42db2e6943" providerId="ADAL" clId="{0EF7214D-E59F-4D86-9B6A-2134479533EA}" dt="2026-06-22T15:21:10.154" v="1287" actId="1076"/>
          <ac:spMkLst>
            <pc:docMk/>
            <pc:sldMk cId="1594505962" sldId="304"/>
            <ac:spMk id="7" creationId="{3242C4A7-21F6-E679-A521-3ED90E4EDD9F}"/>
          </ac:spMkLst>
        </pc:spChg>
        <pc:spChg chg="add mod">
          <ac:chgData name="Germena Stefania" userId="848a3578-c669-42d9-960b-fb42db2e6943" providerId="ADAL" clId="{0EF7214D-E59F-4D86-9B6A-2134479533EA}" dt="2026-06-22T15:21:46.977" v="1307" actId="1076"/>
          <ac:spMkLst>
            <pc:docMk/>
            <pc:sldMk cId="1594505962" sldId="304"/>
            <ac:spMk id="9" creationId="{A1000198-3F45-8949-22AE-87941B883316}"/>
          </ac:spMkLst>
        </pc:spChg>
        <pc:spChg chg="mod">
          <ac:chgData name="Germena Stefania" userId="848a3578-c669-42d9-960b-fb42db2e6943" providerId="ADAL" clId="{0EF7214D-E59F-4D86-9B6A-2134479533EA}" dt="2026-06-22T15:13:52.920" v="1085" actId="14100"/>
          <ac:spMkLst>
            <pc:docMk/>
            <pc:sldMk cId="1594505962" sldId="304"/>
            <ac:spMk id="34" creationId="{B01DA5BA-9D24-8773-D24F-4C3E12893510}"/>
          </ac:spMkLst>
        </pc:spChg>
        <pc:spChg chg="mod">
          <ac:chgData name="Germena Stefania" userId="848a3578-c669-42d9-960b-fb42db2e6943" providerId="ADAL" clId="{0EF7214D-E59F-4D86-9B6A-2134479533EA}" dt="2026-06-22T15:20:47.808" v="1279" actId="1076"/>
          <ac:spMkLst>
            <pc:docMk/>
            <pc:sldMk cId="1594505962" sldId="304"/>
            <ac:spMk id="39" creationId="{13F3E743-6DCE-92F7-E957-21AAF30DDC4D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2T15:47:51.636" v="1482" actId="1076"/>
        <pc:sldMkLst>
          <pc:docMk/>
          <pc:sldMk cId="2903417394" sldId="305"/>
        </pc:sldMkLst>
        <pc:spChg chg="add mod">
          <ac:chgData name="Germena Stefania" userId="848a3578-c669-42d9-960b-fb42db2e6943" providerId="ADAL" clId="{0EF7214D-E59F-4D86-9B6A-2134479533EA}" dt="2026-06-22T15:21:41.523" v="1305" actId="1076"/>
          <ac:spMkLst>
            <pc:docMk/>
            <pc:sldMk cId="2903417394" sldId="305"/>
            <ac:spMk id="5" creationId="{59918D9D-61DB-B26A-CB8F-CB822782194B}"/>
          </ac:spMkLst>
        </pc:spChg>
        <pc:spChg chg="add mod">
          <ac:chgData name="Germena Stefania" userId="848a3578-c669-42d9-960b-fb42db2e6943" providerId="ADAL" clId="{0EF7214D-E59F-4D86-9B6A-2134479533EA}" dt="2026-06-22T15:42:31.532" v="1386" actId="207"/>
          <ac:spMkLst>
            <pc:docMk/>
            <pc:sldMk cId="2903417394" sldId="305"/>
            <ac:spMk id="8" creationId="{0830EDFB-C5F6-32F9-BFCA-A492E9755E74}"/>
          </ac:spMkLst>
        </pc:spChg>
        <pc:spChg chg="add mod">
          <ac:chgData name="Germena Stefania" userId="848a3578-c669-42d9-960b-fb42db2e6943" providerId="ADAL" clId="{0EF7214D-E59F-4D86-9B6A-2134479533EA}" dt="2026-06-22T15:43:08.334" v="1392" actId="207"/>
          <ac:spMkLst>
            <pc:docMk/>
            <pc:sldMk cId="2903417394" sldId="305"/>
            <ac:spMk id="9" creationId="{52E692BB-B56D-8F89-FC5E-509F101C3327}"/>
          </ac:spMkLst>
        </pc:spChg>
        <pc:spChg chg="mod">
          <ac:chgData name="Germena Stefania" userId="848a3578-c669-42d9-960b-fb42db2e6943" providerId="ADAL" clId="{0EF7214D-E59F-4D86-9B6A-2134479533EA}" dt="2026-06-22T15:21:31.266" v="1302" actId="14100"/>
          <ac:spMkLst>
            <pc:docMk/>
            <pc:sldMk cId="2903417394" sldId="305"/>
            <ac:spMk id="34" creationId="{AA555CF6-2F02-F946-0D8F-28CDF8C4D778}"/>
          </ac:spMkLst>
        </pc:spChg>
        <pc:spChg chg="mod">
          <ac:chgData name="Germena Stefania" userId="848a3578-c669-42d9-960b-fb42db2e6943" providerId="ADAL" clId="{0EF7214D-E59F-4D86-9B6A-2134479533EA}" dt="2026-06-22T15:44:16.164" v="1426" actId="20577"/>
          <ac:spMkLst>
            <pc:docMk/>
            <pc:sldMk cId="2903417394" sldId="305"/>
            <ac:spMk id="39" creationId="{6558B374-5C6B-5075-570B-F49F9FF38EBC}"/>
          </ac:spMkLst>
        </pc:spChg>
        <pc:picChg chg="add mod">
          <ac:chgData name="Germena Stefania" userId="848a3578-c669-42d9-960b-fb42db2e6943" providerId="ADAL" clId="{0EF7214D-E59F-4D86-9B6A-2134479533EA}" dt="2026-06-22T15:47:38.879" v="1474" actId="1076"/>
          <ac:picMkLst>
            <pc:docMk/>
            <pc:sldMk cId="2903417394" sldId="305"/>
            <ac:picMk id="11" creationId="{7E0BEAEF-034F-B2EF-EAA1-A772EA06E4E8}"/>
          </ac:picMkLst>
        </pc:picChg>
        <pc:picChg chg="add mod">
          <ac:chgData name="Germena Stefania" userId="848a3578-c669-42d9-960b-fb42db2e6943" providerId="ADAL" clId="{0EF7214D-E59F-4D86-9B6A-2134479533EA}" dt="2026-06-22T15:47:51.636" v="1482" actId="1076"/>
          <ac:picMkLst>
            <pc:docMk/>
            <pc:sldMk cId="2903417394" sldId="305"/>
            <ac:picMk id="13" creationId="{4AE17730-32BA-7071-9797-ACFAF40408D3}"/>
          </ac:picMkLst>
        </pc:picChg>
      </pc:sldChg>
      <pc:sldChg chg="addSp delSp modSp add mod ord delAnim">
        <pc:chgData name="Germena Stefania" userId="848a3578-c669-42d9-960b-fb42db2e6943" providerId="ADAL" clId="{0EF7214D-E59F-4D86-9B6A-2134479533EA}" dt="2026-06-23T11:57:28.213" v="2194" actId="20578"/>
        <pc:sldMkLst>
          <pc:docMk/>
          <pc:sldMk cId="3562935133" sldId="306"/>
        </pc:sldMkLst>
        <pc:spChg chg="add mod">
          <ac:chgData name="Germena Stefania" userId="848a3578-c669-42d9-960b-fb42db2e6943" providerId="ADAL" clId="{0EF7214D-E59F-4D86-9B6A-2134479533EA}" dt="2026-06-22T15:44:00.751" v="1400" actId="571"/>
          <ac:spMkLst>
            <pc:docMk/>
            <pc:sldMk cId="3562935133" sldId="306"/>
            <ac:spMk id="2" creationId="{8FCAF326-4CDB-04BC-7898-C60883707016}"/>
          </ac:spMkLst>
        </pc:spChg>
        <pc:spChg chg="add mod">
          <ac:chgData name="Germena Stefania" userId="848a3578-c669-42d9-960b-fb42db2e6943" providerId="ADAL" clId="{0EF7214D-E59F-4D86-9B6A-2134479533EA}" dt="2026-06-22T15:47:25.614" v="1470" actId="1076"/>
          <ac:spMkLst>
            <pc:docMk/>
            <pc:sldMk cId="3562935133" sldId="306"/>
            <ac:spMk id="3" creationId="{87768B83-693F-8A9A-9D9D-1F8E1A432DD0}"/>
          </ac:spMkLst>
        </pc:spChg>
        <pc:picChg chg="add mod modCrop">
          <ac:chgData name="Germena Stefania" userId="848a3578-c669-42d9-960b-fb42db2e6943" providerId="ADAL" clId="{0EF7214D-E59F-4D86-9B6A-2134479533EA}" dt="2026-06-22T15:47:17.400" v="1468" actId="1076"/>
          <ac:picMkLst>
            <pc:docMk/>
            <pc:sldMk cId="3562935133" sldId="306"/>
            <ac:picMk id="6" creationId="{9D9DB6E7-8417-D861-F3DE-E86B7F9F48C8}"/>
          </ac:picMkLst>
        </pc:picChg>
        <pc:picChg chg="add mod modCrop">
          <ac:chgData name="Germena Stefania" userId="848a3578-c669-42d9-960b-fb42db2e6943" providerId="ADAL" clId="{0EF7214D-E59F-4D86-9B6A-2134479533EA}" dt="2026-06-22T15:47:06.737" v="1465" actId="732"/>
          <ac:picMkLst>
            <pc:docMk/>
            <pc:sldMk cId="3562935133" sldId="306"/>
            <ac:picMk id="10" creationId="{211B1083-D933-5137-BBBD-2CBA0C76D089}"/>
          </ac:picMkLst>
        </pc:picChg>
      </pc:sldChg>
      <pc:sldChg chg="addSp delSp modSp add mod modAnim">
        <pc:chgData name="Germena Stefania" userId="848a3578-c669-42d9-960b-fb42db2e6943" providerId="ADAL" clId="{0EF7214D-E59F-4D86-9B6A-2134479533EA}" dt="2026-06-22T16:25:06.766" v="1771" actId="1076"/>
        <pc:sldMkLst>
          <pc:docMk/>
          <pc:sldMk cId="2085743595" sldId="307"/>
        </pc:sldMkLst>
        <pc:spChg chg="mod">
          <ac:chgData name="Germena Stefania" userId="848a3578-c669-42d9-960b-fb42db2e6943" providerId="ADAL" clId="{0EF7214D-E59F-4D86-9B6A-2134479533EA}" dt="2026-06-22T15:48:20.892" v="1491" actId="1076"/>
          <ac:spMkLst>
            <pc:docMk/>
            <pc:sldMk cId="2085743595" sldId="307"/>
            <ac:spMk id="3" creationId="{A32BD1C9-964A-C596-E707-FADAC2397DC5}"/>
          </ac:spMkLst>
        </pc:spChg>
        <pc:spChg chg="add mod">
          <ac:chgData name="Germena Stefania" userId="848a3578-c669-42d9-960b-fb42db2e6943" providerId="ADAL" clId="{0EF7214D-E59F-4D86-9B6A-2134479533EA}" dt="2026-06-22T15:56:53.257" v="1577" actId="1076"/>
          <ac:spMkLst>
            <pc:docMk/>
            <pc:sldMk cId="2085743595" sldId="307"/>
            <ac:spMk id="7" creationId="{2B3A12CC-9E55-7B4C-2EC8-4ED518F27C3C}"/>
          </ac:spMkLst>
        </pc:spChg>
        <pc:spChg chg="add mod">
          <ac:chgData name="Germena Stefania" userId="848a3578-c669-42d9-960b-fb42db2e6943" providerId="ADAL" clId="{0EF7214D-E59F-4D86-9B6A-2134479533EA}" dt="2026-06-22T16:24:56.305" v="1770" actId="207"/>
          <ac:spMkLst>
            <pc:docMk/>
            <pc:sldMk cId="2085743595" sldId="307"/>
            <ac:spMk id="8" creationId="{F71D14F5-090F-2C2D-2B59-59631B18EA93}"/>
          </ac:spMkLst>
        </pc:spChg>
        <pc:spChg chg="add mod">
          <ac:chgData name="Germena Stefania" userId="848a3578-c669-42d9-960b-fb42db2e6943" providerId="ADAL" clId="{0EF7214D-E59F-4D86-9B6A-2134479533EA}" dt="2026-06-22T16:25:06.766" v="1771" actId="1076"/>
          <ac:spMkLst>
            <pc:docMk/>
            <pc:sldMk cId="2085743595" sldId="307"/>
            <ac:spMk id="11" creationId="{0FB4FB80-98A0-B5E0-6192-5385B3736EB5}"/>
          </ac:spMkLst>
        </pc:spChg>
        <pc:picChg chg="mod">
          <ac:chgData name="Germena Stefania" userId="848a3578-c669-42d9-960b-fb42db2e6943" providerId="ADAL" clId="{0EF7214D-E59F-4D86-9B6A-2134479533EA}" dt="2026-06-22T15:48:13.647" v="1489" actId="1076"/>
          <ac:picMkLst>
            <pc:docMk/>
            <pc:sldMk cId="2085743595" sldId="307"/>
            <ac:picMk id="6" creationId="{C50B6FD3-4460-B31B-5DF3-C875DF2997CE}"/>
          </ac:picMkLst>
        </pc:picChg>
        <pc:picChg chg="mod">
          <ac:chgData name="Germena Stefania" userId="848a3578-c669-42d9-960b-fb42db2e6943" providerId="ADAL" clId="{0EF7214D-E59F-4D86-9B6A-2134479533EA}" dt="2026-06-22T15:48:28.160" v="1492" actId="1076"/>
          <ac:picMkLst>
            <pc:docMk/>
            <pc:sldMk cId="2085743595" sldId="307"/>
            <ac:picMk id="10" creationId="{575F6900-11F3-8C8F-7BE7-D36AB24ED6A5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6:34:13.246" v="1804" actId="207"/>
        <pc:sldMkLst>
          <pc:docMk/>
          <pc:sldMk cId="633757909" sldId="308"/>
        </pc:sldMkLst>
        <pc:spChg chg="add mod">
          <ac:chgData name="Germena Stefania" userId="848a3578-c669-42d9-960b-fb42db2e6943" providerId="ADAL" clId="{0EF7214D-E59F-4D86-9B6A-2134479533EA}" dt="2026-06-22T16:32:34.073" v="1802" actId="207"/>
          <ac:spMkLst>
            <pc:docMk/>
            <pc:sldMk cId="633757909" sldId="308"/>
            <ac:spMk id="2" creationId="{91A79927-895A-6D67-F7CE-78331E199BF6}"/>
          </ac:spMkLst>
        </pc:spChg>
        <pc:spChg chg="mod">
          <ac:chgData name="Germena Stefania" userId="848a3578-c669-42d9-960b-fb42db2e6943" providerId="ADAL" clId="{0EF7214D-E59F-4D86-9B6A-2134479533EA}" dt="2026-06-22T16:00:01.044" v="1598" actId="14100"/>
          <ac:spMkLst>
            <pc:docMk/>
            <pc:sldMk cId="633757909" sldId="308"/>
            <ac:spMk id="3" creationId="{904EA3C3-7133-5D71-DE43-6442BF15B365}"/>
          </ac:spMkLst>
        </pc:spChg>
        <pc:spChg chg="add mod">
          <ac:chgData name="Germena Stefania" userId="848a3578-c669-42d9-960b-fb42db2e6943" providerId="ADAL" clId="{0EF7214D-E59F-4D86-9B6A-2134479533EA}" dt="2026-06-22T16:34:13.246" v="1804" actId="207"/>
          <ac:spMkLst>
            <pc:docMk/>
            <pc:sldMk cId="633757909" sldId="308"/>
            <ac:spMk id="4" creationId="{056657CB-151B-1A63-4B0A-2A1B339F3ADA}"/>
          </ac:spMkLst>
        </pc:spChg>
        <pc:spChg chg="mod">
          <ac:chgData name="Germena Stefania" userId="848a3578-c669-42d9-960b-fb42db2e6943" providerId="ADAL" clId="{0EF7214D-E59F-4D86-9B6A-2134479533EA}" dt="2026-06-22T16:32:21.412" v="1797" actId="207"/>
          <ac:spMkLst>
            <pc:docMk/>
            <pc:sldMk cId="633757909" sldId="308"/>
            <ac:spMk id="7" creationId="{A84089A6-6267-4F73-6EB9-6AE51D939628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2T16:43:32.359" v="1855" actId="207"/>
        <pc:sldMkLst>
          <pc:docMk/>
          <pc:sldMk cId="358904020" sldId="309"/>
        </pc:sldMkLst>
        <pc:spChg chg="mod">
          <ac:chgData name="Germena Stefania" userId="848a3578-c669-42d9-960b-fb42db2e6943" providerId="ADAL" clId="{0EF7214D-E59F-4D86-9B6A-2134479533EA}" dt="2026-06-22T16:39:58.999" v="1818" actId="20577"/>
          <ac:spMkLst>
            <pc:docMk/>
            <pc:sldMk cId="358904020" sldId="309"/>
            <ac:spMk id="3" creationId="{2FA0BCF3-87E4-B9D6-CAE6-CBF8C364FBFD}"/>
          </ac:spMkLst>
        </pc:spChg>
        <pc:spChg chg="add mod">
          <ac:chgData name="Germena Stefania" userId="848a3578-c669-42d9-960b-fb42db2e6943" providerId="ADAL" clId="{0EF7214D-E59F-4D86-9B6A-2134479533EA}" dt="2026-06-22T16:41:16.595" v="1850" actId="207"/>
          <ac:spMkLst>
            <pc:docMk/>
            <pc:sldMk cId="358904020" sldId="309"/>
            <ac:spMk id="5" creationId="{ABA24E13-EF03-B83D-2E05-B61F6B30EC3E}"/>
          </ac:spMkLst>
        </pc:spChg>
        <pc:spChg chg="mod">
          <ac:chgData name="Germena Stefania" userId="848a3578-c669-42d9-960b-fb42db2e6943" providerId="ADAL" clId="{0EF7214D-E59F-4D86-9B6A-2134479533EA}" dt="2026-06-22T16:43:32.359" v="1855" actId="207"/>
          <ac:spMkLst>
            <pc:docMk/>
            <pc:sldMk cId="358904020" sldId="309"/>
            <ac:spMk id="7" creationId="{0AD4C42B-A0D8-600B-A8F0-2C1A13047B17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07:36:57.522" v="2096" actId="20577"/>
        <pc:sldMkLst>
          <pc:docMk/>
          <pc:sldMk cId="1903898355" sldId="310"/>
        </pc:sldMkLst>
        <pc:spChg chg="add mod">
          <ac:chgData name="Germena Stefania" userId="848a3578-c669-42d9-960b-fb42db2e6943" providerId="ADAL" clId="{0EF7214D-E59F-4D86-9B6A-2134479533EA}" dt="2026-06-22T16:58:48.446" v="1899" actId="5793"/>
          <ac:spMkLst>
            <pc:docMk/>
            <pc:sldMk cId="1903898355" sldId="310"/>
            <ac:spMk id="2" creationId="{972CCC3F-8A31-54F1-052C-C182128AAB40}"/>
          </ac:spMkLst>
        </pc:spChg>
        <pc:spChg chg="mod">
          <ac:chgData name="Germena Stefania" userId="848a3578-c669-42d9-960b-fb42db2e6943" providerId="ADAL" clId="{0EF7214D-E59F-4D86-9B6A-2134479533EA}" dt="2026-06-23T07:36:57.522" v="2096" actId="20577"/>
          <ac:spMkLst>
            <pc:docMk/>
            <pc:sldMk cId="1903898355" sldId="310"/>
            <ac:spMk id="3" creationId="{EE674A06-C4D7-ED15-68F3-B3BFFE30FC21}"/>
          </ac:spMkLst>
        </pc:spChg>
        <pc:spChg chg="mod">
          <ac:chgData name="Germena Stefania" userId="848a3578-c669-42d9-960b-fb42db2e6943" providerId="ADAL" clId="{0EF7214D-E59F-4D86-9B6A-2134479533EA}" dt="2026-06-22T16:58:39.103" v="1889" actId="1076"/>
          <ac:spMkLst>
            <pc:docMk/>
            <pc:sldMk cId="1903898355" sldId="310"/>
            <ac:spMk id="5" creationId="{A3BB94A3-F644-C30F-5B2D-4B22FB57F6DB}"/>
          </ac:spMkLst>
        </pc:spChg>
      </pc:sldChg>
      <pc:sldChg chg="delSp modSp add mod">
        <pc:chgData name="Germena Stefania" userId="848a3578-c669-42d9-960b-fb42db2e6943" providerId="ADAL" clId="{0EF7214D-E59F-4D86-9B6A-2134479533EA}" dt="2026-06-22T16:59:34.413" v="1914" actId="478"/>
        <pc:sldMkLst>
          <pc:docMk/>
          <pc:sldMk cId="3601271428" sldId="311"/>
        </pc:sldMkLst>
        <pc:spChg chg="mod">
          <ac:chgData name="Germena Stefania" userId="848a3578-c669-42d9-960b-fb42db2e6943" providerId="ADAL" clId="{0EF7214D-E59F-4D86-9B6A-2134479533EA}" dt="2026-06-22T16:59:29.525" v="1913" actId="1076"/>
          <ac:spMkLst>
            <pc:docMk/>
            <pc:sldMk cId="3601271428" sldId="311"/>
            <ac:spMk id="3" creationId="{A1C5A986-1EB2-5A3B-D992-00B624EA2BCE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07:28:00.160" v="2016" actId="207"/>
        <pc:sldMkLst>
          <pc:docMk/>
          <pc:sldMk cId="3595533584" sldId="312"/>
        </pc:sldMkLst>
        <pc:spChg chg="add mod">
          <ac:chgData name="Germena Stefania" userId="848a3578-c669-42d9-960b-fb42db2e6943" providerId="ADAL" clId="{0EF7214D-E59F-4D86-9B6A-2134479533EA}" dt="2026-06-23T07:28:00.160" v="2016" actId="207"/>
          <ac:spMkLst>
            <pc:docMk/>
            <pc:sldMk cId="3595533584" sldId="312"/>
            <ac:spMk id="2" creationId="{BAE7790B-E9E0-066A-830D-2C31B4CAEC45}"/>
          </ac:spMkLst>
        </pc:spChg>
        <pc:spChg chg="mod">
          <ac:chgData name="Germena Stefania" userId="848a3578-c669-42d9-960b-fb42db2e6943" providerId="ADAL" clId="{0EF7214D-E59F-4D86-9B6A-2134479533EA}" dt="2026-06-22T16:59:51.514" v="1932" actId="20577"/>
          <ac:spMkLst>
            <pc:docMk/>
            <pc:sldMk cId="3595533584" sldId="312"/>
            <ac:spMk id="3" creationId="{ADB0040A-3C55-103D-7AF3-47B678A0530E}"/>
          </ac:spMkLst>
        </pc:spChg>
        <pc:spChg chg="mod">
          <ac:chgData name="Germena Stefania" userId="848a3578-c669-42d9-960b-fb42db2e6943" providerId="ADAL" clId="{0EF7214D-E59F-4D86-9B6A-2134479533EA}" dt="2026-06-23T07:27:42.424" v="2011" actId="1076"/>
          <ac:spMkLst>
            <pc:docMk/>
            <pc:sldMk cId="3595533584" sldId="312"/>
            <ac:spMk id="5" creationId="{87A85779-7A32-08E8-7B35-21D0FBAA6B25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16:23:33.242" v="2355"/>
        <pc:sldMkLst>
          <pc:docMk/>
          <pc:sldMk cId="2934048624" sldId="313"/>
        </pc:sldMkLst>
        <pc:spChg chg="del">
          <ac:chgData name="Germena Stefania" userId="848a3578-c669-42d9-960b-fb42db2e6943" providerId="ADAL" clId="{0EF7214D-E59F-4D86-9B6A-2134479533EA}" dt="2026-06-23T16:15:13.107" v="2200" actId="478"/>
          <ac:spMkLst>
            <pc:docMk/>
            <pc:sldMk cId="2934048624" sldId="313"/>
            <ac:spMk id="2" creationId="{0433B657-9BEC-375E-922B-B17E72AA8691}"/>
          </ac:spMkLst>
        </pc:spChg>
        <pc:spChg chg="mod">
          <ac:chgData name="Germena Stefania" userId="848a3578-c669-42d9-960b-fb42db2e6943" providerId="ADAL" clId="{0EF7214D-E59F-4D86-9B6A-2134479533EA}" dt="2026-06-23T07:28:18.081" v="2039" actId="14100"/>
          <ac:spMkLst>
            <pc:docMk/>
            <pc:sldMk cId="2934048624" sldId="313"/>
            <ac:spMk id="3" creationId="{D23081EB-AF21-5352-AAB9-D123CECF5303}"/>
          </ac:spMkLst>
        </pc:spChg>
        <pc:spChg chg="add mod">
          <ac:chgData name="Germena Stefania" userId="848a3578-c669-42d9-960b-fb42db2e6943" providerId="ADAL" clId="{0EF7214D-E59F-4D86-9B6A-2134479533EA}" dt="2026-06-23T16:23:21.323" v="2353" actId="14100"/>
          <ac:spMkLst>
            <pc:docMk/>
            <pc:sldMk cId="2934048624" sldId="313"/>
            <ac:spMk id="4" creationId="{1AD7FB3E-8272-B7F6-6463-287418174C2A}"/>
          </ac:spMkLst>
        </pc:spChg>
        <pc:spChg chg="mod">
          <ac:chgData name="Germena Stefania" userId="848a3578-c669-42d9-960b-fb42db2e6943" providerId="ADAL" clId="{0EF7214D-E59F-4D86-9B6A-2134479533EA}" dt="2026-06-23T16:23:16.364" v="2352" actId="14100"/>
          <ac:spMkLst>
            <pc:docMk/>
            <pc:sldMk cId="2934048624" sldId="313"/>
            <ac:spMk id="5" creationId="{A013372E-F8C2-A9FD-F08B-E7D595063F00}"/>
          </ac:spMkLst>
        </pc:spChg>
        <pc:spChg chg="add mod">
          <ac:chgData name="Germena Stefania" userId="848a3578-c669-42d9-960b-fb42db2e6943" providerId="ADAL" clId="{0EF7214D-E59F-4D86-9B6A-2134479533EA}" dt="2026-06-23T16:23:13.076" v="2351" actId="14100"/>
          <ac:spMkLst>
            <pc:docMk/>
            <pc:sldMk cId="2934048624" sldId="313"/>
            <ac:spMk id="7" creationId="{C246029A-2AB0-3CFD-E7C8-D8CA77E2ED4F}"/>
          </ac:spMkLst>
        </pc:spChg>
      </pc:sldChg>
      <pc:sldChg chg="addSp delSp modSp new mod ord">
        <pc:chgData name="Germena Stefania" userId="848a3578-c669-42d9-960b-fb42db2e6943" providerId="ADAL" clId="{0EF7214D-E59F-4D86-9B6A-2134479533EA}" dt="2026-06-23T07:37:49.835" v="2104" actId="1076"/>
        <pc:sldMkLst>
          <pc:docMk/>
          <pc:sldMk cId="2526666149" sldId="314"/>
        </pc:sldMkLst>
        <pc:spChg chg="del">
          <ac:chgData name="Germena Stefania" userId="848a3578-c669-42d9-960b-fb42db2e6943" providerId="ADAL" clId="{0EF7214D-E59F-4D86-9B6A-2134479533EA}" dt="2026-06-23T07:29:43.270" v="2043" actId="478"/>
          <ac:spMkLst>
            <pc:docMk/>
            <pc:sldMk cId="2526666149" sldId="314"/>
            <ac:spMk id="2" creationId="{7E769CAF-DFFB-2020-465D-1997A03E8323}"/>
          </ac:spMkLst>
        </pc:spChg>
        <pc:spChg chg="del">
          <ac:chgData name="Germena Stefania" userId="848a3578-c669-42d9-960b-fb42db2e6943" providerId="ADAL" clId="{0EF7214D-E59F-4D86-9B6A-2134479533EA}" dt="2026-06-23T07:29:45.214" v="2044" actId="478"/>
          <ac:spMkLst>
            <pc:docMk/>
            <pc:sldMk cId="2526666149" sldId="314"/>
            <ac:spMk id="3" creationId="{A7B4B69E-A1FD-0D3F-918C-C9BD61BB84F6}"/>
          </ac:spMkLst>
        </pc:spChg>
        <pc:spChg chg="add mod">
          <ac:chgData name="Germena Stefania" userId="848a3578-c669-42d9-960b-fb42db2e6943" providerId="ADAL" clId="{0EF7214D-E59F-4D86-9B6A-2134479533EA}" dt="2026-06-23T07:37:49.835" v="2104" actId="1076"/>
          <ac:spMkLst>
            <pc:docMk/>
            <pc:sldMk cId="2526666149" sldId="314"/>
            <ac:spMk id="5" creationId="{E8D546CF-B02C-C87D-BF37-E6BF72C1707B}"/>
          </ac:spMkLst>
        </pc:spChg>
        <pc:picChg chg="add mod">
          <ac:chgData name="Germena Stefania" userId="848a3578-c669-42d9-960b-fb42db2e6943" providerId="ADAL" clId="{0EF7214D-E59F-4D86-9B6A-2134479533EA}" dt="2026-06-23T07:30:14.557" v="2047" actId="1076"/>
          <ac:picMkLst>
            <pc:docMk/>
            <pc:sldMk cId="2526666149" sldId="314"/>
            <ac:picMk id="7" creationId="{C4DCA2CF-66FE-7F9B-754E-1927421E25B3}"/>
          </ac:picMkLst>
        </pc:picChg>
        <pc:picChg chg="add mod">
          <ac:chgData name="Germena Stefania" userId="848a3578-c669-42d9-960b-fb42db2e6943" providerId="ADAL" clId="{0EF7214D-E59F-4D86-9B6A-2134479533EA}" dt="2026-06-23T07:37:43.677" v="2102" actId="1076"/>
          <ac:picMkLst>
            <pc:docMk/>
            <pc:sldMk cId="2526666149" sldId="314"/>
            <ac:picMk id="9" creationId="{79379BDC-2A04-72F4-5AD5-ABB5C07E21C4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01.180" v="2107" actId="22"/>
        <pc:sldMkLst>
          <pc:docMk/>
          <pc:sldMk cId="994953955" sldId="315"/>
        </pc:sldMkLst>
        <pc:spChg chg="del">
          <ac:chgData name="Germena Stefania" userId="848a3578-c669-42d9-960b-fb42db2e6943" providerId="ADAL" clId="{0EF7214D-E59F-4D86-9B6A-2134479533EA}" dt="2026-06-23T07:37:57.238" v="2106" actId="478"/>
          <ac:spMkLst>
            <pc:docMk/>
            <pc:sldMk cId="994953955" sldId="315"/>
            <ac:spMk id="5" creationId="{CF2FA801-B63A-5FA3-388E-680BE68DEC18}"/>
          </ac:spMkLst>
        </pc:spChg>
        <pc:spChg chg="add">
          <ac:chgData name="Germena Stefania" userId="848a3578-c669-42d9-960b-fb42db2e6943" providerId="ADAL" clId="{0EF7214D-E59F-4D86-9B6A-2134479533EA}" dt="2026-06-23T07:38:01.180" v="2107" actId="22"/>
          <ac:spMkLst>
            <pc:docMk/>
            <pc:sldMk cId="994953955" sldId="315"/>
            <ac:spMk id="6" creationId="{C05A95BC-263D-6835-FBA8-1D2571254BC6}"/>
          </ac:spMkLst>
        </pc:spChg>
        <pc:picChg chg="add">
          <ac:chgData name="Germena Stefania" userId="848a3578-c669-42d9-960b-fb42db2e6943" providerId="ADAL" clId="{0EF7214D-E59F-4D86-9B6A-2134479533EA}" dt="2026-06-23T07:37:55.506" v="2105" actId="22"/>
          <ac:picMkLst>
            <pc:docMk/>
            <pc:sldMk cId="994953955" sldId="315"/>
            <ac:picMk id="3" creationId="{DA0D6950-E861-103F-FBDE-488D3F45D361}"/>
          </ac:picMkLst>
        </pc:picChg>
        <pc:picChg chg="mod">
          <ac:chgData name="Germena Stefania" userId="848a3578-c669-42d9-960b-fb42db2e6943" providerId="ADAL" clId="{0EF7214D-E59F-4D86-9B6A-2134479533EA}" dt="2026-06-23T07:30:41.486" v="2052" actId="14826"/>
          <ac:picMkLst>
            <pc:docMk/>
            <pc:sldMk cId="994953955" sldId="315"/>
            <ac:picMk id="7" creationId="{BF7CF7D7-2B92-2635-7025-70E6B304090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09.462" v="2112" actId="22"/>
        <pc:sldMkLst>
          <pc:docMk/>
          <pc:sldMk cId="3183118188" sldId="316"/>
        </pc:sldMkLst>
        <pc:spChg chg="add">
          <ac:chgData name="Germena Stefania" userId="848a3578-c669-42d9-960b-fb42db2e6943" providerId="ADAL" clId="{0EF7214D-E59F-4D86-9B6A-2134479533EA}" dt="2026-06-23T07:38:03.921" v="2109" actId="22"/>
          <ac:spMkLst>
            <pc:docMk/>
            <pc:sldMk cId="3183118188" sldId="316"/>
            <ac:spMk id="3" creationId="{6CFABD1C-0D5D-7B73-01C4-E922FA9BF7F8}"/>
          </ac:spMkLst>
        </pc:spChg>
        <pc:spChg chg="del">
          <ac:chgData name="Germena Stefania" userId="848a3578-c669-42d9-960b-fb42db2e6943" providerId="ADAL" clId="{0EF7214D-E59F-4D86-9B6A-2134479533EA}" dt="2026-06-23T07:38:03.546" v="2108" actId="478"/>
          <ac:spMkLst>
            <pc:docMk/>
            <pc:sldMk cId="3183118188" sldId="316"/>
            <ac:spMk id="5" creationId="{476DEB74-80DB-4A1D-321C-11B4139218CC}"/>
          </ac:spMkLst>
        </pc:spChg>
        <pc:picChg chg="add">
          <ac:chgData name="Germena Stefania" userId="848a3578-c669-42d9-960b-fb42db2e6943" providerId="ADAL" clId="{0EF7214D-E59F-4D86-9B6A-2134479533EA}" dt="2026-06-23T07:38:09.462" v="2112" actId="22"/>
          <ac:picMkLst>
            <pc:docMk/>
            <pc:sldMk cId="3183118188" sldId="316"/>
            <ac:picMk id="6" creationId="{76A068B8-9277-42E8-7723-263F8722A813}"/>
          </ac:picMkLst>
        </pc:picChg>
        <pc:picChg chg="mod">
          <ac:chgData name="Germena Stefania" userId="848a3578-c669-42d9-960b-fb42db2e6943" providerId="ADAL" clId="{0EF7214D-E59F-4D86-9B6A-2134479533EA}" dt="2026-06-23T07:30:52.167" v="2053" actId="14826"/>
          <ac:picMkLst>
            <pc:docMk/>
            <pc:sldMk cId="3183118188" sldId="316"/>
            <ac:picMk id="7" creationId="{ACB90011-3F29-A11C-C812-1D466B10FC0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10.446" v="2113" actId="22"/>
        <pc:sldMkLst>
          <pc:docMk/>
          <pc:sldMk cId="2297889544" sldId="317"/>
        </pc:sldMkLst>
        <pc:spChg chg="add">
          <ac:chgData name="Germena Stefania" userId="848a3578-c669-42d9-960b-fb42db2e6943" providerId="ADAL" clId="{0EF7214D-E59F-4D86-9B6A-2134479533EA}" dt="2026-06-23T07:38:06.779" v="2111" actId="22"/>
          <ac:spMkLst>
            <pc:docMk/>
            <pc:sldMk cId="2297889544" sldId="317"/>
            <ac:spMk id="3" creationId="{20EDBB0C-F617-E9E0-47B5-55BCC96C2AE0}"/>
          </ac:spMkLst>
        </pc:spChg>
        <pc:spChg chg="del">
          <ac:chgData name="Germena Stefania" userId="848a3578-c669-42d9-960b-fb42db2e6943" providerId="ADAL" clId="{0EF7214D-E59F-4D86-9B6A-2134479533EA}" dt="2026-06-23T07:38:06.456" v="2110" actId="478"/>
          <ac:spMkLst>
            <pc:docMk/>
            <pc:sldMk cId="2297889544" sldId="317"/>
            <ac:spMk id="5" creationId="{CDB7AF47-4096-6F22-4990-FDA5F477B65B}"/>
          </ac:spMkLst>
        </pc:spChg>
        <pc:picChg chg="add">
          <ac:chgData name="Germena Stefania" userId="848a3578-c669-42d9-960b-fb42db2e6943" providerId="ADAL" clId="{0EF7214D-E59F-4D86-9B6A-2134479533EA}" dt="2026-06-23T07:38:10.446" v="2113" actId="22"/>
          <ac:picMkLst>
            <pc:docMk/>
            <pc:sldMk cId="2297889544" sldId="317"/>
            <ac:picMk id="6" creationId="{A0016526-D944-0219-B981-67DD1131022A}"/>
          </ac:picMkLst>
        </pc:picChg>
        <pc:picChg chg="mod">
          <ac:chgData name="Germena Stefania" userId="848a3578-c669-42d9-960b-fb42db2e6943" providerId="ADAL" clId="{0EF7214D-E59F-4D86-9B6A-2134479533EA}" dt="2026-06-23T07:31:02.941" v="2054" actId="14826"/>
          <ac:picMkLst>
            <pc:docMk/>
            <pc:sldMk cId="2297889544" sldId="317"/>
            <ac:picMk id="7" creationId="{FFD5C220-5A99-4A53-12FE-4691EF748400}"/>
          </ac:picMkLst>
        </pc:picChg>
      </pc:sldChg>
      <pc:sldChg chg="new del">
        <pc:chgData name="Germena Stefania" userId="848a3578-c669-42d9-960b-fb42db2e6943" providerId="ADAL" clId="{0EF7214D-E59F-4D86-9B6A-2134479533EA}" dt="2026-06-23T07:31:33.276" v="2059" actId="2696"/>
        <pc:sldMkLst>
          <pc:docMk/>
          <pc:sldMk cId="162039130" sldId="318"/>
        </pc:sldMkLst>
      </pc:sldChg>
      <pc:sldChg chg="addSp delSp modSp add mod ord">
        <pc:chgData name="Germena Stefania" userId="848a3578-c669-42d9-960b-fb42db2e6943" providerId="ADAL" clId="{0EF7214D-E59F-4D86-9B6A-2134479533EA}" dt="2026-06-23T07:38:50.830" v="2130" actId="1076"/>
        <pc:sldMkLst>
          <pc:docMk/>
          <pc:sldMk cId="2766037184" sldId="319"/>
        </pc:sldMkLst>
        <pc:spChg chg="del mod">
          <ac:chgData name="Germena Stefania" userId="848a3578-c669-42d9-960b-fb42db2e6943" providerId="ADAL" clId="{0EF7214D-E59F-4D86-9B6A-2134479533EA}" dt="2026-06-23T07:38:26.612" v="2116" actId="478"/>
          <ac:spMkLst>
            <pc:docMk/>
            <pc:sldMk cId="2766037184" sldId="319"/>
            <ac:spMk id="5" creationId="{5964EFE2-AECD-D448-029B-B11FEE3BE72B}"/>
          </ac:spMkLst>
        </pc:spChg>
        <pc:spChg chg="add mod">
          <ac:chgData name="Germena Stefania" userId="848a3578-c669-42d9-960b-fb42db2e6943" providerId="ADAL" clId="{0EF7214D-E59F-4D86-9B6A-2134479533EA}" dt="2026-06-23T07:38:50.830" v="2130" actId="1076"/>
          <ac:spMkLst>
            <pc:docMk/>
            <pc:sldMk cId="2766037184" sldId="319"/>
            <ac:spMk id="6" creationId="{1851C0B9-E81D-73EA-A0DB-D64C29AC71B5}"/>
          </ac:spMkLst>
        </pc:spChg>
        <pc:picChg chg="add mod">
          <ac:chgData name="Germena Stefania" userId="848a3578-c669-42d9-960b-fb42db2e6943" providerId="ADAL" clId="{0EF7214D-E59F-4D86-9B6A-2134479533EA}" dt="2026-06-23T07:38:47.328" v="2129" actId="14100"/>
          <ac:picMkLst>
            <pc:docMk/>
            <pc:sldMk cId="2766037184" sldId="319"/>
            <ac:picMk id="3" creationId="{BF69F848-8B2A-D889-08E3-AD09C4A5BBDE}"/>
          </ac:picMkLst>
        </pc:picChg>
        <pc:picChg chg="mod">
          <ac:chgData name="Germena Stefania" userId="848a3578-c669-42d9-960b-fb42db2e6943" providerId="ADAL" clId="{0EF7214D-E59F-4D86-9B6A-2134479533EA}" dt="2026-06-23T07:32:40.134" v="2065" actId="14826"/>
          <ac:picMkLst>
            <pc:docMk/>
            <pc:sldMk cId="2766037184" sldId="319"/>
            <ac:picMk id="7" creationId="{2D191301-C08C-A710-CA5E-B3065FC125B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09.021" v="2140" actId="22"/>
        <pc:sldMkLst>
          <pc:docMk/>
          <pc:sldMk cId="2074846484" sldId="320"/>
        </pc:sldMkLst>
        <pc:spChg chg="del">
          <ac:chgData name="Germena Stefania" userId="848a3578-c669-42d9-960b-fb42db2e6943" providerId="ADAL" clId="{0EF7214D-E59F-4D86-9B6A-2134479533EA}" dt="2026-06-23T07:38:56.447" v="2133" actId="478"/>
          <ac:spMkLst>
            <pc:docMk/>
            <pc:sldMk cId="2074846484" sldId="320"/>
            <ac:spMk id="5" creationId="{21661649-CBB5-4254-0514-78AAD6CCA913}"/>
          </ac:spMkLst>
        </pc:spChg>
        <pc:spChg chg="add">
          <ac:chgData name="Germena Stefania" userId="848a3578-c669-42d9-960b-fb42db2e6943" providerId="ADAL" clId="{0EF7214D-E59F-4D86-9B6A-2134479533EA}" dt="2026-06-23T07:39:09.021" v="2140" actId="22"/>
          <ac:spMkLst>
            <pc:docMk/>
            <pc:sldMk cId="2074846484" sldId="320"/>
            <ac:spMk id="9" creationId="{A4D78546-41CD-9737-E31D-FB64CAC7A2A3}"/>
          </ac:spMkLst>
        </pc:spChg>
        <pc:picChg chg="add del">
          <ac:chgData name="Germena Stefania" userId="848a3578-c669-42d9-960b-fb42db2e6943" providerId="ADAL" clId="{0EF7214D-E59F-4D86-9B6A-2134479533EA}" dt="2026-06-23T07:38:54.852" v="2132" actId="22"/>
          <ac:picMkLst>
            <pc:docMk/>
            <pc:sldMk cId="2074846484" sldId="320"/>
            <ac:picMk id="3" creationId="{9FDA9D24-BA3D-A405-5ACD-ECA8F5CD87D1}"/>
          </ac:picMkLst>
        </pc:picChg>
        <pc:picChg chg="add">
          <ac:chgData name="Germena Stefania" userId="848a3578-c669-42d9-960b-fb42db2e6943" providerId="ADAL" clId="{0EF7214D-E59F-4D86-9B6A-2134479533EA}" dt="2026-06-23T07:38:56.834" v="2134" actId="22"/>
          <ac:picMkLst>
            <pc:docMk/>
            <pc:sldMk cId="2074846484" sldId="320"/>
            <ac:picMk id="6" creationId="{0CFF56F0-C22C-B745-9FA3-2AC22E7A139B}"/>
          </ac:picMkLst>
        </pc:picChg>
        <pc:picChg chg="mod">
          <ac:chgData name="Germena Stefania" userId="848a3578-c669-42d9-960b-fb42db2e6943" providerId="ADAL" clId="{0EF7214D-E59F-4D86-9B6A-2134479533EA}" dt="2026-06-23T07:33:24.316" v="2072" actId="14826"/>
          <ac:picMkLst>
            <pc:docMk/>
            <pc:sldMk cId="2074846484" sldId="320"/>
            <ac:picMk id="7" creationId="{0B9702C8-95AB-F44C-1922-D979EAF5ED8F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09.873" v="2141" actId="22"/>
        <pc:sldMkLst>
          <pc:docMk/>
          <pc:sldMk cId="553805939" sldId="321"/>
        </pc:sldMkLst>
        <pc:spChg chg="del">
          <ac:chgData name="Germena Stefania" userId="848a3578-c669-42d9-960b-fb42db2e6943" providerId="ADAL" clId="{0EF7214D-E59F-4D86-9B6A-2134479533EA}" dt="2026-06-23T07:39:00.165" v="2135" actId="478"/>
          <ac:spMkLst>
            <pc:docMk/>
            <pc:sldMk cId="553805939" sldId="321"/>
            <ac:spMk id="5" creationId="{4D7AB1B2-C1D0-2B6A-F509-C921C649C6B4}"/>
          </ac:spMkLst>
        </pc:spChg>
        <pc:spChg chg="add">
          <ac:chgData name="Germena Stefania" userId="848a3578-c669-42d9-960b-fb42db2e6943" providerId="ADAL" clId="{0EF7214D-E59F-4D86-9B6A-2134479533EA}" dt="2026-06-23T07:39:09.873" v="2141" actId="22"/>
          <ac:spMkLst>
            <pc:docMk/>
            <pc:sldMk cId="553805939" sldId="321"/>
            <ac:spMk id="6" creationId="{8FF3F3C9-1648-7E6B-67BE-6FF36D49239A}"/>
          </ac:spMkLst>
        </pc:spChg>
        <pc:picChg chg="add">
          <ac:chgData name="Germena Stefania" userId="848a3578-c669-42d9-960b-fb42db2e6943" providerId="ADAL" clId="{0EF7214D-E59F-4D86-9B6A-2134479533EA}" dt="2026-06-23T07:39:00.415" v="2136" actId="22"/>
          <ac:picMkLst>
            <pc:docMk/>
            <pc:sldMk cId="553805939" sldId="321"/>
            <ac:picMk id="3" creationId="{01B450E6-7855-0EA4-FE48-0BFF77E86F1B}"/>
          </ac:picMkLst>
        </pc:picChg>
        <pc:picChg chg="mod">
          <ac:chgData name="Germena Stefania" userId="848a3578-c669-42d9-960b-fb42db2e6943" providerId="ADAL" clId="{0EF7214D-E59F-4D86-9B6A-2134479533EA}" dt="2026-06-23T07:33:29.515" v="2073" actId="14826"/>
          <ac:picMkLst>
            <pc:docMk/>
            <pc:sldMk cId="553805939" sldId="321"/>
            <ac:picMk id="7" creationId="{36C23477-9B49-0F35-40D9-9B3A3596A4D5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11.105" v="2142" actId="22"/>
        <pc:sldMkLst>
          <pc:docMk/>
          <pc:sldMk cId="957485536" sldId="322"/>
        </pc:sldMkLst>
        <pc:spChg chg="del mod">
          <ac:chgData name="Germena Stefania" userId="848a3578-c669-42d9-960b-fb42db2e6943" providerId="ADAL" clId="{0EF7214D-E59F-4D86-9B6A-2134479533EA}" dt="2026-06-23T07:39:03.805" v="2138" actId="478"/>
          <ac:spMkLst>
            <pc:docMk/>
            <pc:sldMk cId="957485536" sldId="322"/>
            <ac:spMk id="5" creationId="{70BC8F78-4C67-55DB-915C-CFFDB9A47077}"/>
          </ac:spMkLst>
        </pc:spChg>
        <pc:spChg chg="add">
          <ac:chgData name="Germena Stefania" userId="848a3578-c669-42d9-960b-fb42db2e6943" providerId="ADAL" clId="{0EF7214D-E59F-4D86-9B6A-2134479533EA}" dt="2026-06-23T07:39:11.105" v="2142" actId="22"/>
          <ac:spMkLst>
            <pc:docMk/>
            <pc:sldMk cId="957485536" sldId="322"/>
            <ac:spMk id="6" creationId="{3E51CB88-EDD2-E87F-7CF1-574A029890D1}"/>
          </ac:spMkLst>
        </pc:spChg>
        <pc:picChg chg="add">
          <ac:chgData name="Germena Stefania" userId="848a3578-c669-42d9-960b-fb42db2e6943" providerId="ADAL" clId="{0EF7214D-E59F-4D86-9B6A-2134479533EA}" dt="2026-06-23T07:39:04.053" v="2139" actId="22"/>
          <ac:picMkLst>
            <pc:docMk/>
            <pc:sldMk cId="957485536" sldId="322"/>
            <ac:picMk id="3" creationId="{38A29467-4A0E-5920-44C2-91205F83E368}"/>
          </ac:picMkLst>
        </pc:picChg>
        <pc:picChg chg="mod">
          <ac:chgData name="Germena Stefania" userId="848a3578-c669-42d9-960b-fb42db2e6943" providerId="ADAL" clId="{0EF7214D-E59F-4D86-9B6A-2134479533EA}" dt="2026-06-23T07:33:36.717" v="2074" actId="14826"/>
          <ac:picMkLst>
            <pc:docMk/>
            <pc:sldMk cId="957485536" sldId="322"/>
            <ac:picMk id="7" creationId="{5747B090-0B1B-DB94-8F4E-76DC478766A9}"/>
          </ac:picMkLst>
        </pc:picChg>
      </pc:sldChg>
      <pc:sldChg chg="addSp delSp modSp add mod ord">
        <pc:chgData name="Germena Stefania" userId="848a3578-c669-42d9-960b-fb42db2e6943" providerId="ADAL" clId="{0EF7214D-E59F-4D86-9B6A-2134479533EA}" dt="2026-06-23T07:41:58.504" v="2184" actId="164"/>
        <pc:sldMkLst>
          <pc:docMk/>
          <pc:sldMk cId="381384970" sldId="323"/>
        </pc:sldMkLst>
        <pc:spChg chg="mod">
          <ac:chgData name="Germena Stefania" userId="848a3578-c669-42d9-960b-fb42db2e6943" providerId="ADAL" clId="{0EF7214D-E59F-4D86-9B6A-2134479533EA}" dt="2026-06-23T07:41:43.825" v="2183" actId="1076"/>
          <ac:spMkLst>
            <pc:docMk/>
            <pc:sldMk cId="381384970" sldId="323"/>
            <ac:spMk id="5" creationId="{5A992AC8-FD61-58D9-8B71-59D6F07DB7FC}"/>
          </ac:spMkLst>
        </pc:spChg>
        <pc:spChg chg="add del">
          <ac:chgData name="Germena Stefania" userId="848a3578-c669-42d9-960b-fb42db2e6943" providerId="ADAL" clId="{0EF7214D-E59F-4D86-9B6A-2134479533EA}" dt="2026-06-23T07:41:07.909" v="2169" actId="22"/>
          <ac:spMkLst>
            <pc:docMk/>
            <pc:sldMk cId="381384970" sldId="323"/>
            <ac:spMk id="6" creationId="{15A5082E-57B2-9A92-2E03-E5F260F83E15}"/>
          </ac:spMkLst>
        </pc:spChg>
        <pc:grpChg chg="add mod">
          <ac:chgData name="Germena Stefania" userId="848a3578-c669-42d9-960b-fb42db2e6943" providerId="ADAL" clId="{0EF7214D-E59F-4D86-9B6A-2134479533EA}" dt="2026-06-23T07:41:58.504" v="2184" actId="164"/>
          <ac:grpSpMkLst>
            <pc:docMk/>
            <pc:sldMk cId="381384970" sldId="323"/>
            <ac:grpSpMk id="10" creationId="{89BE9494-396E-0844-5C04-F711B5A7D5F4}"/>
          </ac:grpSpMkLst>
        </pc:grpChg>
        <pc:picChg chg="add mod modCrop">
          <ac:chgData name="Germena Stefania" userId="848a3578-c669-42d9-960b-fb42db2e6943" providerId="ADAL" clId="{0EF7214D-E59F-4D86-9B6A-2134479533EA}" dt="2026-06-23T07:41:58.504" v="2184" actId="164"/>
          <ac:picMkLst>
            <pc:docMk/>
            <pc:sldMk cId="381384970" sldId="323"/>
            <ac:picMk id="3" creationId="{A78B2C35-D9C7-6FA0-FFE4-EE2A44C82FD1}"/>
          </ac:picMkLst>
        </pc:picChg>
        <pc:picChg chg="mod">
          <ac:chgData name="Germena Stefania" userId="848a3578-c669-42d9-960b-fb42db2e6943" providerId="ADAL" clId="{0EF7214D-E59F-4D86-9B6A-2134479533EA}" dt="2026-06-23T07:35:23.921" v="2087" actId="14826"/>
          <ac:picMkLst>
            <pc:docMk/>
            <pc:sldMk cId="381384970" sldId="323"/>
            <ac:picMk id="7" creationId="{D2C23657-38A7-7535-9D16-0845C8186CC8}"/>
          </ac:picMkLst>
        </pc:picChg>
        <pc:picChg chg="add mod modCrop">
          <ac:chgData name="Germena Stefania" userId="848a3578-c669-42d9-960b-fb42db2e6943" providerId="ADAL" clId="{0EF7214D-E59F-4D86-9B6A-2134479533EA}" dt="2026-06-23T07:41:58.504" v="2184" actId="164"/>
          <ac:picMkLst>
            <pc:docMk/>
            <pc:sldMk cId="381384970" sldId="323"/>
            <ac:picMk id="9" creationId="{5183858F-2C0A-76C3-B595-EEAB69631B57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2.280" v="2191" actId="22"/>
        <pc:sldMkLst>
          <pc:docMk/>
          <pc:sldMk cId="3572408066" sldId="324"/>
        </pc:sldMkLst>
        <pc:spChg chg="del">
          <ac:chgData name="Germena Stefania" userId="848a3578-c669-42d9-960b-fb42db2e6943" providerId="ADAL" clId="{0EF7214D-E59F-4D86-9B6A-2134479533EA}" dt="2026-06-23T07:42:01.476" v="2185" actId="478"/>
          <ac:spMkLst>
            <pc:docMk/>
            <pc:sldMk cId="3572408066" sldId="324"/>
            <ac:spMk id="5" creationId="{36E411EC-259E-F7F7-10C5-B8036C225BBB}"/>
          </ac:spMkLst>
        </pc:spChg>
        <pc:spChg chg="add">
          <ac:chgData name="Germena Stefania" userId="848a3578-c669-42d9-960b-fb42db2e6943" providerId="ADAL" clId="{0EF7214D-E59F-4D86-9B6A-2134479533EA}" dt="2026-06-23T07:42:12.280" v="2191" actId="22"/>
          <ac:spMkLst>
            <pc:docMk/>
            <pc:sldMk cId="3572408066" sldId="324"/>
            <ac:spMk id="8" creationId="{08F61859-6548-8C48-8EB6-4DA448F2784A}"/>
          </ac:spMkLst>
        </pc:spChg>
        <pc:grpChg chg="add mod">
          <ac:chgData name="Germena Stefania" userId="848a3578-c669-42d9-960b-fb42db2e6943" providerId="ADAL" clId="{0EF7214D-E59F-4D86-9B6A-2134479533EA}" dt="2026-06-23T07:42:01.989" v="2186"/>
          <ac:grpSpMkLst>
            <pc:docMk/>
            <pc:sldMk cId="3572408066" sldId="324"/>
            <ac:grpSpMk id="2" creationId="{2E6C0BC7-CCFE-523F-EAB8-D32DC02076A5}"/>
          </ac:grpSpMkLst>
        </pc:grpChg>
        <pc:picChg chg="mod">
          <ac:chgData name="Germena Stefania" userId="848a3578-c669-42d9-960b-fb42db2e6943" providerId="ADAL" clId="{0EF7214D-E59F-4D86-9B6A-2134479533EA}" dt="2026-06-23T07:42:01.989" v="2186"/>
          <ac:picMkLst>
            <pc:docMk/>
            <pc:sldMk cId="3572408066" sldId="324"/>
            <ac:picMk id="3" creationId="{D8C0E779-F3A0-4E9E-7EFE-99FE604CCC02}"/>
          </ac:picMkLst>
        </pc:picChg>
        <pc:picChg chg="mod">
          <ac:chgData name="Germena Stefania" userId="848a3578-c669-42d9-960b-fb42db2e6943" providerId="ADAL" clId="{0EF7214D-E59F-4D86-9B6A-2134479533EA}" dt="2026-06-23T07:42:01.989" v="2186"/>
          <ac:picMkLst>
            <pc:docMk/>
            <pc:sldMk cId="3572408066" sldId="324"/>
            <ac:picMk id="4" creationId="{A0C25766-A4DE-63D4-D04F-1CC2A3A52BC0}"/>
          </ac:picMkLst>
        </pc:picChg>
        <pc:picChg chg="mod">
          <ac:chgData name="Germena Stefania" userId="848a3578-c669-42d9-960b-fb42db2e6943" providerId="ADAL" clId="{0EF7214D-E59F-4D86-9B6A-2134479533EA}" dt="2026-06-23T07:35:32.136" v="2088" actId="14826"/>
          <ac:picMkLst>
            <pc:docMk/>
            <pc:sldMk cId="3572408066" sldId="324"/>
            <ac:picMk id="7" creationId="{84840FD8-61F9-C1ED-CF6F-4A3225873F8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3.127" v="2192" actId="22"/>
        <pc:sldMkLst>
          <pc:docMk/>
          <pc:sldMk cId="642701307" sldId="325"/>
        </pc:sldMkLst>
        <pc:spChg chg="del">
          <ac:chgData name="Germena Stefania" userId="848a3578-c669-42d9-960b-fb42db2e6943" providerId="ADAL" clId="{0EF7214D-E59F-4D86-9B6A-2134479533EA}" dt="2026-06-23T07:42:04.371" v="2187" actId="478"/>
          <ac:spMkLst>
            <pc:docMk/>
            <pc:sldMk cId="642701307" sldId="325"/>
            <ac:spMk id="5" creationId="{DE4F83AB-56D2-179F-2466-35084E50D5AC}"/>
          </ac:spMkLst>
        </pc:spChg>
        <pc:spChg chg="add">
          <ac:chgData name="Germena Stefania" userId="848a3578-c669-42d9-960b-fb42db2e6943" providerId="ADAL" clId="{0EF7214D-E59F-4D86-9B6A-2134479533EA}" dt="2026-06-23T07:42:13.127" v="2192" actId="22"/>
          <ac:spMkLst>
            <pc:docMk/>
            <pc:sldMk cId="642701307" sldId="325"/>
            <ac:spMk id="8" creationId="{CA3A03BE-3ABD-982B-AEF5-93CE388843E6}"/>
          </ac:spMkLst>
        </pc:spChg>
        <pc:grpChg chg="add mod">
          <ac:chgData name="Germena Stefania" userId="848a3578-c669-42d9-960b-fb42db2e6943" providerId="ADAL" clId="{0EF7214D-E59F-4D86-9B6A-2134479533EA}" dt="2026-06-23T07:42:04.651" v="2188"/>
          <ac:grpSpMkLst>
            <pc:docMk/>
            <pc:sldMk cId="642701307" sldId="325"/>
            <ac:grpSpMk id="2" creationId="{121A49C6-A583-5A47-F323-7D78FFC8B498}"/>
          </ac:grpSpMkLst>
        </pc:grpChg>
        <pc:picChg chg="mod">
          <ac:chgData name="Germena Stefania" userId="848a3578-c669-42d9-960b-fb42db2e6943" providerId="ADAL" clId="{0EF7214D-E59F-4D86-9B6A-2134479533EA}" dt="2026-06-23T07:42:04.651" v="2188"/>
          <ac:picMkLst>
            <pc:docMk/>
            <pc:sldMk cId="642701307" sldId="325"/>
            <ac:picMk id="3" creationId="{E7ABE675-2FA3-64F5-902A-F634CFECEC32}"/>
          </ac:picMkLst>
        </pc:picChg>
        <pc:picChg chg="mod">
          <ac:chgData name="Germena Stefania" userId="848a3578-c669-42d9-960b-fb42db2e6943" providerId="ADAL" clId="{0EF7214D-E59F-4D86-9B6A-2134479533EA}" dt="2026-06-23T07:42:04.651" v="2188"/>
          <ac:picMkLst>
            <pc:docMk/>
            <pc:sldMk cId="642701307" sldId="325"/>
            <ac:picMk id="4" creationId="{FB7705C3-778C-CF2A-C275-B1CBC83D0620}"/>
          </ac:picMkLst>
        </pc:picChg>
        <pc:picChg chg="mod">
          <ac:chgData name="Germena Stefania" userId="848a3578-c669-42d9-960b-fb42db2e6943" providerId="ADAL" clId="{0EF7214D-E59F-4D86-9B6A-2134479533EA}" dt="2026-06-23T07:36:32.365" v="2089" actId="14826"/>
          <ac:picMkLst>
            <pc:docMk/>
            <pc:sldMk cId="642701307" sldId="325"/>
            <ac:picMk id="7" creationId="{EBD7854E-7237-9479-C50E-FB298AE6825A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4.164" v="2193" actId="22"/>
        <pc:sldMkLst>
          <pc:docMk/>
          <pc:sldMk cId="4279557956" sldId="326"/>
        </pc:sldMkLst>
        <pc:spChg chg="del">
          <ac:chgData name="Germena Stefania" userId="848a3578-c669-42d9-960b-fb42db2e6943" providerId="ADAL" clId="{0EF7214D-E59F-4D86-9B6A-2134479533EA}" dt="2026-06-23T07:42:07.869" v="2189" actId="478"/>
          <ac:spMkLst>
            <pc:docMk/>
            <pc:sldMk cId="4279557956" sldId="326"/>
            <ac:spMk id="5" creationId="{54A927FC-7DB7-FEB0-C0F4-BDF17A2FA9F2}"/>
          </ac:spMkLst>
        </pc:spChg>
        <pc:spChg chg="add">
          <ac:chgData name="Germena Stefania" userId="848a3578-c669-42d9-960b-fb42db2e6943" providerId="ADAL" clId="{0EF7214D-E59F-4D86-9B6A-2134479533EA}" dt="2026-06-23T07:42:14.164" v="2193" actId="22"/>
          <ac:spMkLst>
            <pc:docMk/>
            <pc:sldMk cId="4279557956" sldId="326"/>
            <ac:spMk id="8" creationId="{E2ECCFE3-B339-4E43-119D-2342E6266518}"/>
          </ac:spMkLst>
        </pc:spChg>
        <pc:grpChg chg="add mod">
          <ac:chgData name="Germena Stefania" userId="848a3578-c669-42d9-960b-fb42db2e6943" providerId="ADAL" clId="{0EF7214D-E59F-4D86-9B6A-2134479533EA}" dt="2026-06-23T07:42:08.272" v="2190"/>
          <ac:grpSpMkLst>
            <pc:docMk/>
            <pc:sldMk cId="4279557956" sldId="326"/>
            <ac:grpSpMk id="2" creationId="{AFB8084F-2397-AF27-8D87-DFC46E2CC2F4}"/>
          </ac:grpSpMkLst>
        </pc:grpChg>
        <pc:picChg chg="mod">
          <ac:chgData name="Germena Stefania" userId="848a3578-c669-42d9-960b-fb42db2e6943" providerId="ADAL" clId="{0EF7214D-E59F-4D86-9B6A-2134479533EA}" dt="2026-06-23T07:42:08.272" v="2190"/>
          <ac:picMkLst>
            <pc:docMk/>
            <pc:sldMk cId="4279557956" sldId="326"/>
            <ac:picMk id="3" creationId="{F0FCAB97-0950-E4E1-61E8-15845989EC9C}"/>
          </ac:picMkLst>
        </pc:picChg>
        <pc:picChg chg="mod">
          <ac:chgData name="Germena Stefania" userId="848a3578-c669-42d9-960b-fb42db2e6943" providerId="ADAL" clId="{0EF7214D-E59F-4D86-9B6A-2134479533EA}" dt="2026-06-23T07:42:08.272" v="2190"/>
          <ac:picMkLst>
            <pc:docMk/>
            <pc:sldMk cId="4279557956" sldId="326"/>
            <ac:picMk id="4" creationId="{A9657C9F-6456-C0E6-FA7B-F992E5E79515}"/>
          </ac:picMkLst>
        </pc:picChg>
        <pc:picChg chg="mod">
          <ac:chgData name="Germena Stefania" userId="848a3578-c669-42d9-960b-fb42db2e6943" providerId="ADAL" clId="{0EF7214D-E59F-4D86-9B6A-2134479533EA}" dt="2026-06-23T07:36:41.363" v="2090" actId="14826"/>
          <ac:picMkLst>
            <pc:docMk/>
            <pc:sldMk cId="4279557956" sldId="326"/>
            <ac:picMk id="7" creationId="{CCA264F8-8081-887D-347D-A421BA39DF1D}"/>
          </ac:picMkLst>
        </pc:picChg>
      </pc:sldChg>
      <pc:sldChg chg="addSp delSp modSp new mod">
        <pc:chgData name="Germena Stefania" userId="848a3578-c669-42d9-960b-fb42db2e6943" providerId="ADAL" clId="{0EF7214D-E59F-4D86-9B6A-2134479533EA}" dt="2026-06-24T09:45:58.120" v="2390" actId="1076"/>
        <pc:sldMkLst>
          <pc:docMk/>
          <pc:sldMk cId="309417636" sldId="327"/>
        </pc:sldMkLst>
        <pc:spChg chg="del">
          <ac:chgData name="Germena Stefania" userId="848a3578-c669-42d9-960b-fb42db2e6943" providerId="ADAL" clId="{0EF7214D-E59F-4D86-9B6A-2134479533EA}" dt="2026-06-24T09:43:44.894" v="2358" actId="478"/>
          <ac:spMkLst>
            <pc:docMk/>
            <pc:sldMk cId="309417636" sldId="327"/>
            <ac:spMk id="2" creationId="{BC44BBC8-B128-6D0F-F8E7-C1AB461287AF}"/>
          </ac:spMkLst>
        </pc:spChg>
        <pc:spChg chg="del">
          <ac:chgData name="Germena Stefania" userId="848a3578-c669-42d9-960b-fb42db2e6943" providerId="ADAL" clId="{0EF7214D-E59F-4D86-9B6A-2134479533EA}" dt="2026-06-24T09:43:43.735" v="2357" actId="478"/>
          <ac:spMkLst>
            <pc:docMk/>
            <pc:sldMk cId="309417636" sldId="327"/>
            <ac:spMk id="3" creationId="{4FB1D658-3663-6E9D-D47E-A2C79F4AE0CE}"/>
          </ac:spMkLst>
        </pc:spChg>
        <pc:spChg chg="add mod">
          <ac:chgData name="Germena Stefania" userId="848a3578-c669-42d9-960b-fb42db2e6943" providerId="ADAL" clId="{0EF7214D-E59F-4D86-9B6A-2134479533EA}" dt="2026-06-24T09:44:00.035" v="2386" actId="1076"/>
          <ac:spMkLst>
            <pc:docMk/>
            <pc:sldMk cId="309417636" sldId="327"/>
            <ac:spMk id="5" creationId="{C68740CB-5FDE-F3E2-B0D4-94935D5F4286}"/>
          </ac:spMkLst>
        </pc:spChg>
        <pc:picChg chg="add mod">
          <ac:chgData name="Germena Stefania" userId="848a3578-c669-42d9-960b-fb42db2e6943" providerId="ADAL" clId="{0EF7214D-E59F-4D86-9B6A-2134479533EA}" dt="2026-06-24T09:45:58.120" v="2390" actId="1076"/>
          <ac:picMkLst>
            <pc:docMk/>
            <pc:sldMk cId="309417636" sldId="327"/>
            <ac:picMk id="7" creationId="{BFBC9E86-6F36-E8D8-DE0B-F19D6EECCB10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4T09:46:24.468" v="2401" actId="1076"/>
        <pc:sldMkLst>
          <pc:docMk/>
          <pc:sldMk cId="2133112750" sldId="328"/>
        </pc:sldMkLst>
        <pc:picChg chg="add del">
          <ac:chgData name="Germena Stefania" userId="848a3578-c669-42d9-960b-fb42db2e6943" providerId="ADAL" clId="{0EF7214D-E59F-4D86-9B6A-2134479533EA}" dt="2026-06-24T09:46:09.741" v="2394" actId="478"/>
          <ac:picMkLst>
            <pc:docMk/>
            <pc:sldMk cId="2133112750" sldId="328"/>
            <ac:picMk id="3" creationId="{DDFA42CA-2138-8F37-4AA5-8B80F9C0CB87}"/>
          </ac:picMkLst>
        </pc:picChg>
        <pc:picChg chg="add mod">
          <ac:chgData name="Germena Stefania" userId="848a3578-c669-42d9-960b-fb42db2e6943" providerId="ADAL" clId="{0EF7214D-E59F-4D86-9B6A-2134479533EA}" dt="2026-06-24T09:46:24.468" v="2401" actId="1076"/>
          <ac:picMkLst>
            <pc:docMk/>
            <pc:sldMk cId="2133112750" sldId="328"/>
            <ac:picMk id="6" creationId="{53A7F276-8E6E-662A-343B-7E8AC75A4AC4}"/>
          </ac:picMkLst>
        </pc:picChg>
        <pc:picChg chg="del mod">
          <ac:chgData name="Germena Stefania" userId="848a3578-c669-42d9-960b-fb42db2e6943" providerId="ADAL" clId="{0EF7214D-E59F-4D86-9B6A-2134479533EA}" dt="2026-06-24T09:46:18.273" v="2397" actId="478"/>
          <ac:picMkLst>
            <pc:docMk/>
            <pc:sldMk cId="2133112750" sldId="328"/>
            <ac:picMk id="7" creationId="{C60AAD38-EA27-22CD-7FFB-FD9A56DCD1B1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4T09:48:13.914" v="2438" actId="207"/>
        <pc:sldMkLst>
          <pc:docMk/>
          <pc:sldMk cId="1824453325" sldId="329"/>
        </pc:sldMkLst>
        <pc:spChg chg="add mod">
          <ac:chgData name="Germena Stefania" userId="848a3578-c669-42d9-960b-fb42db2e6943" providerId="ADAL" clId="{0EF7214D-E59F-4D86-9B6A-2134479533EA}" dt="2026-06-24T09:48:13.914" v="2438" actId="207"/>
          <ac:spMkLst>
            <pc:docMk/>
            <pc:sldMk cId="1824453325" sldId="329"/>
            <ac:spMk id="2" creationId="{2B5F955A-E30E-48B8-8990-4195AB341A75}"/>
          </ac:spMkLst>
        </pc:spChg>
        <pc:picChg chg="del">
          <ac:chgData name="Germena Stefania" userId="848a3578-c669-42d9-960b-fb42db2e6943" providerId="ADAL" clId="{0EF7214D-E59F-4D86-9B6A-2134479533EA}" dt="2026-06-24T09:46:30.716" v="2403" actId="478"/>
          <ac:picMkLst>
            <pc:docMk/>
            <pc:sldMk cId="1824453325" sldId="329"/>
            <ac:picMk id="6" creationId="{6578F9AB-E1B7-AC3D-F268-F4C8C5101BEF}"/>
          </ac:picMkLst>
        </pc:picChg>
      </pc:sldChg>
      <pc:sldChg chg="modSp add mod">
        <pc:chgData name="Germena Stefania" userId="848a3578-c669-42d9-960b-fb42db2e6943" providerId="ADAL" clId="{0EF7214D-E59F-4D86-9B6A-2134479533EA}" dt="2026-06-24T09:53:01.147" v="2694" actId="207"/>
        <pc:sldMkLst>
          <pc:docMk/>
          <pc:sldMk cId="2938624585" sldId="330"/>
        </pc:sldMkLst>
        <pc:spChg chg="mod">
          <ac:chgData name="Germena Stefania" userId="848a3578-c669-42d9-960b-fb42db2e6943" providerId="ADAL" clId="{0EF7214D-E59F-4D86-9B6A-2134479533EA}" dt="2026-06-24T09:53:01.147" v="2694" actId="207"/>
          <ac:spMkLst>
            <pc:docMk/>
            <pc:sldMk cId="2938624585" sldId="330"/>
            <ac:spMk id="2" creationId="{B0741613-2D12-78A1-085C-C7C013669300}"/>
          </ac:spMkLst>
        </pc:spChg>
        <pc:spChg chg="mod">
          <ac:chgData name="Germena Stefania" userId="848a3578-c669-42d9-960b-fb42db2e6943" providerId="ADAL" clId="{0EF7214D-E59F-4D86-9B6A-2134479533EA}" dt="2026-06-24T09:48:32.886" v="2479" actId="313"/>
          <ac:spMkLst>
            <pc:docMk/>
            <pc:sldMk cId="2938624585" sldId="330"/>
            <ac:spMk id="5" creationId="{0910C8C3-BA7F-03C5-AE2C-F7D363835127}"/>
          </ac:spMkLst>
        </pc:spChg>
      </pc:sldChg>
      <pc:sldMasterChg chg="setBg modSldLayout">
        <pc:chgData name="Germena Stefania" userId="848a3578-c669-42d9-960b-fb42db2e6943" providerId="ADAL" clId="{0EF7214D-E59F-4D86-9B6A-2134479533EA}" dt="2026-06-22T10:27:18.476" v="74"/>
        <pc:sldMasterMkLst>
          <pc:docMk/>
          <pc:sldMasterMk cId="63496781" sldId="2147483672"/>
        </pc:sldMasterMkLst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31793263" sldId="2147483673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944501508" sldId="2147483674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2111657886" sldId="2147483675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688851615" sldId="2147483676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90391925" sldId="2147483677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4133867680" sldId="2147483678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2787213177" sldId="2147483679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80545076" sldId="2147483680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299022667" sldId="2147483681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23291026" sldId="2147483682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927943198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C45298-F0CA-4246-8421-46D164DAE67E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FF0CFF-9152-4E06-A957-0F207EBE2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36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8002-315D-49B1-B10F-137139C4B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4896" y="1122363"/>
            <a:ext cx="7276733" cy="3381398"/>
          </a:xfrm>
        </p:spPr>
        <p:txBody>
          <a:bodyPr anchor="b">
            <a:normAutofit/>
          </a:bodyPr>
          <a:lstStyle>
            <a:lvl1pPr algn="l">
              <a:defRPr sz="4800" cap="none" spc="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535E0-4D9C-4DCA-8569-64503C5DC1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4894" y="4612942"/>
            <a:ext cx="7276733" cy="1181683"/>
          </a:xfrm>
        </p:spPr>
        <p:txBody>
          <a:bodyPr>
            <a:normAutofit/>
          </a:bodyPr>
          <a:lstStyle>
            <a:lvl1pPr marL="0" indent="0" algn="l">
              <a:buNone/>
              <a:defRPr sz="18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83B68-70CF-4A98-948C-6EA4BD68D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C2EF9-7F83-4AD3-B3F6-B9D4618D6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B751B-3464-41CD-B728-A72BB191E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3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BFD42-94A9-4345-AF38-7D562B502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4C458-A63B-4032-B4EC-732DAC18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855B5-7F2F-408B-800D-92CB34B99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03412-EA6B-43CA-8B3A-F502587CB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6E9EE-F895-4ECE-B4B2-586D65ED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501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8193F-AFAD-4A9A-B0EF-530DFB19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876299"/>
            <a:ext cx="7876722" cy="371316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1BBE4-9FC1-4F89-B120-1C49D816F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46170"/>
            <a:ext cx="6781301" cy="104845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30A6B-E3FD-4920-8128-C263CA1D6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66B85-0649-47DB-AD69-458D8F60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B25931-A293-42E9-BDF5-B2AE121D7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6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5262B-ECD6-47BB-A6F1-92A6033E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8779-51E9-44D1-9F7B-28F3C6D3C4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8474" y="2080517"/>
            <a:ext cx="4970124" cy="39773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E8BFB-5295-4C5E-9CB1-E276E9D0E5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0899" y="2080517"/>
            <a:ext cx="4970124" cy="39773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E22BF-1819-4301-B699-EF5A2F4D9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00A2DF-39DE-49C3-A213-3E8423C7A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5D3A8-238B-4A68-A9F9-672D2F060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851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7D468-D010-4225-B024-DCEF543B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71955"/>
            <a:ext cx="10441236" cy="139835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3D60A0-FCAB-425A-9ECD-94CDE4F4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926" y="1983242"/>
            <a:ext cx="5007110" cy="814387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2000" b="0" cap="all" spc="14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F986B-07CB-4FB0-9419-2AAB318B8A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063" y="2813959"/>
            <a:ext cx="5007110" cy="3243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9D784-7968-4E8B-B704-E42EE8F18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9255" y="1983242"/>
            <a:ext cx="5031769" cy="814387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2000" b="0" cap="all" spc="14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5754F-08D1-4593-988F-95F0ED1A0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9255" y="2813959"/>
            <a:ext cx="5031769" cy="3243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ED2E61-83B4-4C8F-BBFE-D9592034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0C136-A664-4013-8073-B0C6BDEF8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AE9547-8EE7-461B-9E99-484B11E91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91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E667-0EFA-4EE6-8E4D-20805309A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759" y="895440"/>
            <a:ext cx="10138451" cy="1832349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EE4825-BB8C-4567-B407-B4452409D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38892-25DB-4A4E-9D43-6058C45C5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3DDDA-48EF-4B42-9980-4762AF509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67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EFA7D9-6801-4DD0-8D7D-505212F46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FA3EA-1519-4178-AC3A-231A5BAA7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23DBE-6FD6-4D60-8336-7843B4BD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213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2D9AE-CA1A-4751-9B33-0AC09CE6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996948"/>
            <a:ext cx="3046410" cy="1479551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cap="all" spc="4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F9941-76E5-42B5-8464-C1A7010D9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0796" y="876300"/>
            <a:ext cx="5758235" cy="5181599"/>
          </a:xfrm>
        </p:spPr>
        <p:txBody>
          <a:bodyPr>
            <a:normAutofit/>
          </a:bodyPr>
          <a:lstStyle>
            <a:lvl1pPr>
              <a:defRPr sz="3600"/>
            </a:lvl1pPr>
            <a:lvl2pPr>
              <a:defRPr sz="32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785D8-F112-415F-9AB4-5F2AC060D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666144"/>
            <a:ext cx="3046409" cy="31949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0A0B3-4E9C-4FAC-B1D1-2673F7B5A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A370A-33F5-48A6-962A-47C0F15D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AD606-A37D-4697-AA7A-EAE4F101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4E0B5E-1030-4A34-AB09-05ACB45CE993}"/>
              </a:ext>
            </a:extLst>
          </p:cNvPr>
          <p:cNvCxnSpPr>
            <a:cxnSpLocks/>
          </p:cNvCxnSpPr>
          <p:nvPr/>
        </p:nvCxnSpPr>
        <p:spPr>
          <a:xfrm>
            <a:off x="4610100" y="898989"/>
            <a:ext cx="0" cy="5138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545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1D4C-0A93-40A6-9645-5EF7DE6C5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989314"/>
            <a:ext cx="3046409" cy="1487185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2F9455-852F-4604-87D4-801E8D5DB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4004" y="876300"/>
            <a:ext cx="5943596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42061-B161-4973-9EE4-76D0B73FC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666143"/>
            <a:ext cx="3046409" cy="31949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DCE2E0-050A-4BC2-91DF-7A00811D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0AB003-B443-4B96-9DD9-4284E7E1E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79DBA-16C0-4FFB-B367-B96169B4B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9F2BD78-1D6B-4742-9726-75646D91F4AC}"/>
              </a:ext>
            </a:extLst>
          </p:cNvPr>
          <p:cNvCxnSpPr>
            <a:cxnSpLocks/>
          </p:cNvCxnSpPr>
          <p:nvPr/>
        </p:nvCxnSpPr>
        <p:spPr>
          <a:xfrm>
            <a:off x="4610100" y="898989"/>
            <a:ext cx="0" cy="5138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022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B5731-248B-49C2-93DE-8A3260C9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D4D5C5-3D5A-4F3D-8A08-7053DACF1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E5372-3FC6-4227-B2DD-6CB24E65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1B1B1-B637-4E46-B64C-F082B54C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567AD-4B78-41F6-B814-726D4BD4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91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674D5E-67E6-4C23-B80A-0C66B53315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76299"/>
            <a:ext cx="2628900" cy="5181601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FEFF2A-08E8-447D-85C7-7D5A9C422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76299"/>
            <a:ext cx="773430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0030D-E580-4B0C-B5A8-2C8A094D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DCAEB-1B6E-492E-918E-47179AF4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4A38-A745-436E-9E33-63B9F81C0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43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D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98CBCD-166B-4F97-A6DF-DAA3BF2B2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760" y="876302"/>
            <a:ext cx="10427840" cy="10860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4D6D9-636D-450B-839A-22AE0CED2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9758" y="2065984"/>
            <a:ext cx="10427841" cy="3903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6CAEC-1EE5-4B71-9646-5C378EEBE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2838" y="6356350"/>
            <a:ext cx="33613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2"/>
                </a:solidFill>
              </a:defRPr>
            </a:lvl1pPr>
          </a:lstStyle>
          <a:p>
            <a:fld id="{326951E3-958F-4611-B170-D081BA0250F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70EF8-70B2-4AFC-8388-691A146AA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5874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07DC7-D05C-4038-B51A-F00B7B9C9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356350"/>
            <a:ext cx="6176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i="1">
                <a:solidFill>
                  <a:schemeClr val="tx2"/>
                </a:solidFill>
              </a:defRPr>
            </a:lvl1pPr>
          </a:lstStyle>
          <a:p>
            <a:fld id="{57871EFB-7B9E-4E86-A89E-697E8EBB06F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AD4CCDA-06BF-4D2A-B44F-195AEC0B5B22}"/>
              </a:ext>
            </a:extLst>
          </p:cNvPr>
          <p:cNvCxnSpPr>
            <a:cxnSpLocks/>
          </p:cNvCxnSpPr>
          <p:nvPr/>
        </p:nvCxnSpPr>
        <p:spPr>
          <a:xfrm>
            <a:off x="952498" y="6252722"/>
            <a:ext cx="10325101" cy="0"/>
          </a:xfrm>
          <a:prstGeom prst="line">
            <a:avLst/>
          </a:prstGeom>
          <a:ln w="1079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967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7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SzPct val="70000"/>
        <a:buFontTx/>
        <a:buNone/>
        <a:defRPr sz="1800" i="1" kern="1200">
          <a:solidFill>
            <a:schemeClr val="tx2"/>
          </a:solidFill>
          <a:latin typeface="+mn-lt"/>
          <a:ea typeface="+mn-ea"/>
          <a:cs typeface="+mn-cs"/>
        </a:defRPr>
      </a:lvl2pPr>
      <a:lvl3pPr marL="502920" indent="-22860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548640" indent="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None/>
        <a:defRPr sz="1600" i="1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FE2007-CDCF-7E86-9000-4403276A6B17}"/>
              </a:ext>
            </a:extLst>
          </p:cNvPr>
          <p:cNvSpPr txBox="1"/>
          <p:nvPr/>
        </p:nvSpPr>
        <p:spPr>
          <a:xfrm>
            <a:off x="1233380" y="7675758"/>
            <a:ext cx="2970320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96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NOx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E955ED-FD84-FB48-F1F1-000228BBB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82"/>
          <a:stretch>
            <a:fillRect/>
          </a:stretch>
        </p:blipFill>
        <p:spPr>
          <a:xfrm>
            <a:off x="0" y="0"/>
            <a:ext cx="12192000" cy="58854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AC23F2-0129-8ACB-4BEE-17246C409233}"/>
              </a:ext>
            </a:extLst>
          </p:cNvPr>
          <p:cNvSpPr/>
          <p:nvPr/>
        </p:nvSpPr>
        <p:spPr>
          <a:xfrm>
            <a:off x="21" y="4819232"/>
            <a:ext cx="12191979" cy="2073469"/>
          </a:xfrm>
          <a:prstGeom prst="rect">
            <a:avLst/>
          </a:prstGeom>
          <a:solidFill>
            <a:srgbClr val="DBDCE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>
              <a:solidFill>
                <a:srgbClr val="E0E1E5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6D65D-16A8-A96C-5A52-CC6967B641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9" y="4811940"/>
            <a:ext cx="10447724" cy="1856529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Multi-Modal Vision Based Tactile Sensor Dataset Creation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32E6D-FACC-6359-7BA7-416CAE6BD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6841" y="6308203"/>
            <a:ext cx="3185160" cy="591790"/>
          </a:xfrm>
        </p:spPr>
        <p:txBody>
          <a:bodyPr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400" dirty="0">
                <a:solidFill>
                  <a:schemeClr val="bg1"/>
                </a:solidFill>
              </a:rPr>
              <a:t>By Stefania Germena</a:t>
            </a:r>
            <a:endParaRPr lang="en-ZA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43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93088-2C42-9E29-DD80-4784AF49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034484A1-5C74-259A-EC2D-6C425AD0F2CC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16EFDF-A35D-0F02-B8C8-519A42AE6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82"/>
          <a:stretch>
            <a:fillRect/>
          </a:stretch>
        </p:blipFill>
        <p:spPr>
          <a:xfrm>
            <a:off x="-14508480" y="0"/>
            <a:ext cx="12192000" cy="58854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B4B301-EBB0-EC47-56C8-E4CD42CF2890}"/>
              </a:ext>
            </a:extLst>
          </p:cNvPr>
          <p:cNvSpPr/>
          <p:nvPr/>
        </p:nvSpPr>
        <p:spPr>
          <a:xfrm>
            <a:off x="-14508459" y="4819232"/>
            <a:ext cx="12191979" cy="2073469"/>
          </a:xfrm>
          <a:prstGeom prst="rect">
            <a:avLst/>
          </a:prstGeom>
          <a:solidFill>
            <a:srgbClr val="DBDCE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>
              <a:solidFill>
                <a:srgbClr val="E0E1E5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23A89A7-9990-09D9-BB0F-9948805A56D6}"/>
              </a:ext>
            </a:extLst>
          </p:cNvPr>
          <p:cNvSpPr txBox="1">
            <a:spLocks/>
          </p:cNvSpPr>
          <p:nvPr/>
        </p:nvSpPr>
        <p:spPr>
          <a:xfrm>
            <a:off x="-14356111" y="4811940"/>
            <a:ext cx="10447724" cy="1856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Multi-Modal Vision Based Tactile Sensor Dataset Creation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CB0C5FA-F234-BE02-1795-590716062074}"/>
              </a:ext>
            </a:extLst>
          </p:cNvPr>
          <p:cNvSpPr txBox="1">
            <a:spLocks/>
          </p:cNvSpPr>
          <p:nvPr/>
        </p:nvSpPr>
        <p:spPr>
          <a:xfrm>
            <a:off x="-5501639" y="6308203"/>
            <a:ext cx="3185160" cy="591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743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Tx/>
              <a:buNone/>
              <a:defRPr sz="18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5029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864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6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229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1400">
                <a:solidFill>
                  <a:schemeClr val="bg1"/>
                </a:solidFill>
              </a:rPr>
              <a:t>By Stefania Germena</a:t>
            </a:r>
            <a:endParaRPr lang="en-ZA" sz="1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DE260B-B953-CCC5-8CA6-FBB21A0C3F3F}"/>
              </a:ext>
            </a:extLst>
          </p:cNvPr>
          <p:cNvSpPr txBox="1"/>
          <p:nvPr/>
        </p:nvSpPr>
        <p:spPr>
          <a:xfrm>
            <a:off x="655318" y="1494530"/>
            <a:ext cx="11109960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Tactile perception is the subjective experience produced by mechanoreceptors in the skin upon contact with a surface.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differentiate between materials, the primary distinctions must be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analysed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: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656F8F-AD71-2190-7655-876DFDFB6A8B}"/>
              </a:ext>
            </a:extLst>
          </p:cNvPr>
          <p:cNvSpPr txBox="1"/>
          <p:nvPr/>
        </p:nvSpPr>
        <p:spPr>
          <a:xfrm>
            <a:off x="1446835" y="2507800"/>
            <a:ext cx="552112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surface roughness and material hardness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sliding velocity and applied pressure</a:t>
            </a:r>
            <a:endParaRPr lang="en-Z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6C715-4D69-28D1-F05E-69CB264BF655}"/>
              </a:ext>
            </a:extLst>
          </p:cNvPr>
          <p:cNvSpPr txBox="1"/>
          <p:nvPr/>
        </p:nvSpPr>
        <p:spPr>
          <a:xfrm>
            <a:off x="655318" y="3592522"/>
            <a:ext cx="11109959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Utilise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the Daimon sensor to conduct experiments on three distinct materials.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collected data will then be fed into a neural network. This research aims to determine if sufficient information was collected to accurately classify materials for a live classification test.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AE329-202D-DE0A-CFB8-CA0B76E22839}"/>
              </a:ext>
            </a:extLst>
          </p:cNvPr>
          <p:cNvSpPr txBox="1"/>
          <p:nvPr/>
        </p:nvSpPr>
        <p:spPr>
          <a:xfrm>
            <a:off x="655318" y="5032318"/>
            <a:ext cx="111099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70C0"/>
                </a:solidFill>
                <a:latin typeface="Aptos" panose="020B0004020202020204" pitchFamily="34" charset="0"/>
              </a:rPr>
              <a:t>This research aims to determine if sufficient information was collected to accurately classify materials for a live classification test.</a:t>
            </a:r>
            <a:endParaRPr lang="en-ZA" sz="2000" b="1" dirty="0">
              <a:solidFill>
                <a:srgbClr val="0070C0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00607-103F-DC7B-853F-EFDA0315E0F2}"/>
              </a:ext>
            </a:extLst>
          </p:cNvPr>
          <p:cNvSpPr txBox="1"/>
          <p:nvPr/>
        </p:nvSpPr>
        <p:spPr>
          <a:xfrm>
            <a:off x="-6154271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3901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/>
      <p:bldP spid="8" grpId="0"/>
      <p:bldP spid="13" grpId="0"/>
      <p:bldP spid="13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EB92CC4-2F6F-5BE0-F1AA-B3B8206BDC89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B48740-0378-1DE6-7900-9A2EC0F1BD91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7015E1-4B9B-8CE2-543C-0163B1803307}"/>
              </a:ext>
            </a:extLst>
          </p:cNvPr>
          <p:cNvSpPr txBox="1"/>
          <p:nvPr/>
        </p:nvSpPr>
        <p:spPr>
          <a:xfrm>
            <a:off x="796589" y="1366897"/>
            <a:ext cx="1008184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Tactile perception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explored through bio-inspired sensors linking human perception to robotics.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Correlating mechanoreceptors in human skin with material properties.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Materials classified based on physical qualities like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surface roughness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hardness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Study evaluated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frictional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vibrational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effects of an artificial finger.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Findings indicate that simple touch lacks precision;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sliding motions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with varied velocities and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 pressures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improve classification accuracy of materials' attributes</a:t>
            </a:r>
            <a:r>
              <a:rPr lang="en-ZA" dirty="0"/>
              <a:t>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20AC75-3CA6-D2B6-72E2-6F615F44CD9F}"/>
              </a:ext>
            </a:extLst>
          </p:cNvPr>
          <p:cNvSpPr txBox="1"/>
          <p:nvPr/>
        </p:nvSpPr>
        <p:spPr>
          <a:xfrm>
            <a:off x="796589" y="3662814"/>
            <a:ext cx="10366711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2.    Using the </a:t>
            </a:r>
            <a:r>
              <a:rPr lang="en-ZA" b="1" dirty="0" err="1">
                <a:solidFill>
                  <a:srgbClr val="0070C0"/>
                </a:solidFill>
                <a:latin typeface="Aptos" panose="020B0004020202020204" pitchFamily="34" charset="0"/>
              </a:rPr>
              <a:t>GelSight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 sensor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GelSight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sensor accurately captures fine details of materials, utilizing image processing techniques.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substantial dataset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has been collected using this sensor, covering a wide range of materials.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Employs image processing and neural networks (NN) for image analysis and training.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Deep learning approaches involve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pre-trained models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adjusted for different data types through transfer learning.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Data augmentation techniques used include scaling, cropping, and rotating images.</a:t>
            </a:r>
          </a:p>
        </p:txBody>
      </p:sp>
    </p:spTree>
    <p:extLst>
      <p:ext uri="{BB962C8B-B14F-4D97-AF65-F5344CB8AC3E}">
        <p14:creationId xmlns:p14="http://schemas.microsoft.com/office/powerpoint/2010/main" val="2257967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4B6FF-0B52-8A87-4DD7-DEC1FD1E9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7A3267A-DB06-69BF-94A5-28F8CC7A2DCF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BC3FAB-CB99-41ED-2F53-AB52DDDD28C9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63C528-3676-0B6E-6955-3107453679E5}"/>
              </a:ext>
            </a:extLst>
          </p:cNvPr>
          <p:cNvSpPr txBox="1"/>
          <p:nvPr/>
        </p:nvSpPr>
        <p:spPr>
          <a:xfrm>
            <a:off x="1028700" y="1264591"/>
            <a:ext cx="1008184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Advancement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of tactile sensors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Compares different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manufacturing techniques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for tactile sensors.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Assesses hardware types, preparation procedures, and sensor cameras.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Evaluates material resilience under prolonged stress.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Discusses the impact of elastic deformation on sensitivity and information acquisition.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64C636-8851-1268-C5BD-86775F2F8510}"/>
              </a:ext>
            </a:extLst>
          </p:cNvPr>
          <p:cNvSpPr txBox="1"/>
          <p:nvPr/>
        </p:nvSpPr>
        <p:spPr>
          <a:xfrm>
            <a:off x="1028700" y="3400425"/>
            <a:ext cx="10366711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2.  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operational mechanics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of the Daimon sensor.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sensor uses LEDs, a camera, markers, and a flexible elastomer pad for multimodality.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study contrasts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marker-based transduction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with intensity-based transduction technologies.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Key factors discussed include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compatibility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with neural networks, ease of manufacture, and simplicity of structure.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noted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drawback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is the sensor's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insensitivity to spatial texture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6048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5051-A82C-8355-32D5-C1C17227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B0007778-F39D-432B-2C1D-2BDF8454153B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9B4DDB-8C48-7FCF-8AF6-80C404184BD8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A1F7222-2297-499E-D1DF-3D8806BA5181}"/>
              </a:ext>
            </a:extLst>
          </p:cNvPr>
          <p:cNvSpPr txBox="1"/>
          <p:nvPr/>
        </p:nvSpPr>
        <p:spPr>
          <a:xfrm>
            <a:off x="881216" y="1530062"/>
            <a:ext cx="10081846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Using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Daimon sensor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assessing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fruit ripeness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in automated agriculture.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aim was to evaluate the sensor's data reliability and integrate VBTS with conventional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robotic picking techniques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Employed to identify object hardness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Normal and shear force maps, and optical flow maps from the Daimon sensor.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Multiple experiments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ranged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from sensitive to firm fruits, showing clearer normal force distinctions with time.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CA8A9-95CC-8A8B-6D60-3CCC36C15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1397911" y="6376236"/>
            <a:ext cx="13837328" cy="13837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4892C1-9BB6-211E-4504-94581360B004}"/>
              </a:ext>
            </a:extLst>
          </p:cNvPr>
          <p:cNvSpPr txBox="1"/>
          <p:nvPr/>
        </p:nvSpPr>
        <p:spPr>
          <a:xfrm>
            <a:off x="2918756" y="-2470098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68655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15648B-8ABC-FC37-F734-EA857AD179E1}"/>
              </a:ext>
            </a:extLst>
          </p:cNvPr>
          <p:cNvSpPr txBox="1"/>
          <p:nvPr/>
        </p:nvSpPr>
        <p:spPr>
          <a:xfrm>
            <a:off x="3177244" y="0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F2A3A5-904A-B3E7-A734-D893ACB32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630680" y="980684"/>
            <a:ext cx="8260080" cy="82600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A39FDE-C5B0-01D3-1468-C33D28976835}"/>
              </a:ext>
            </a:extLst>
          </p:cNvPr>
          <p:cNvSpPr txBox="1"/>
          <p:nvPr/>
        </p:nvSpPr>
        <p:spPr>
          <a:xfrm>
            <a:off x="-3507904" y="0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08010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C504-3485-E76C-7EA9-520EBAE19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C38CD62-5C0D-235C-0965-4B9CCDC85FA0}"/>
              </a:ext>
            </a:extLst>
          </p:cNvPr>
          <p:cNvSpPr txBox="1"/>
          <p:nvPr/>
        </p:nvSpPr>
        <p:spPr>
          <a:xfrm>
            <a:off x="881216" y="203199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515F5-B3A5-7643-6214-FF310F5D1F12}"/>
              </a:ext>
            </a:extLst>
          </p:cNvPr>
          <p:cNvSpPr txBox="1"/>
          <p:nvPr/>
        </p:nvSpPr>
        <p:spPr>
          <a:xfrm>
            <a:off x="881216" y="1560542"/>
            <a:ext cx="1008184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If the Daimon sensor can formulate the materials'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"fingerprint"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Understand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surface roughness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material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hardness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of the tested materials.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1098F-78D9-6E4D-7086-6B9145AF0410}"/>
              </a:ext>
            </a:extLst>
          </p:cNvPr>
          <p:cNvSpPr txBox="1"/>
          <p:nvPr/>
        </p:nvSpPr>
        <p:spPr>
          <a:xfrm>
            <a:off x="881216" y="2660476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How the experiment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should be conducted which stems from previously states research papers    and how to incorporate tactile perception with VBTS technology.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Leads to defining constant variables such as the sensor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sliding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applied pressure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during the motion across the material for material classification.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C6162-E6FE-ADAC-2A97-62A6C3167179}"/>
              </a:ext>
            </a:extLst>
          </p:cNvPr>
          <p:cNvSpPr txBox="1"/>
          <p:nvPr/>
        </p:nvSpPr>
        <p:spPr>
          <a:xfrm>
            <a:off x="881216" y="4222968"/>
            <a:ext cx="1008184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Feeding the collected data into 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neural network</a:t>
            </a:r>
          </a:p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Identify if data collected was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sufficient to accurately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classify a tested material.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079D6A-1B19-7A4D-F731-8D4D0915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3983558" y="7437120"/>
            <a:ext cx="4224884" cy="42248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DB38A5-3701-C49C-EA59-4D31650A913D}"/>
              </a:ext>
            </a:extLst>
          </p:cNvPr>
          <p:cNvSpPr txBox="1"/>
          <p:nvPr/>
        </p:nvSpPr>
        <p:spPr>
          <a:xfrm>
            <a:off x="3023513" y="-1911019"/>
            <a:ext cx="5470057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C7E06F-BDF5-56E0-9DA9-E66E6BA05DA4}"/>
              </a:ext>
            </a:extLst>
          </p:cNvPr>
          <p:cNvSpPr txBox="1"/>
          <p:nvPr/>
        </p:nvSpPr>
        <p:spPr>
          <a:xfrm>
            <a:off x="-3456322" y="203199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0178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92D39-4E1B-9445-C213-6B1614EC5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B01DA5BA-9D24-8773-D24F-4C3E12893510}"/>
              </a:ext>
            </a:extLst>
          </p:cNvPr>
          <p:cNvSpPr txBox="1"/>
          <p:nvPr/>
        </p:nvSpPr>
        <p:spPr>
          <a:xfrm>
            <a:off x="881216" y="203199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F3E743-6DCE-92F7-E957-21AAF30DDC4D}"/>
              </a:ext>
            </a:extLst>
          </p:cNvPr>
          <p:cNvSpPr txBox="1"/>
          <p:nvPr/>
        </p:nvSpPr>
        <p:spPr>
          <a:xfrm>
            <a:off x="881216" y="1837158"/>
            <a:ext cx="100818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data collected via the sliding motion will be sufficient for material classification when real-time classification is operated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under the same conditions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as when data were collected.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5E483-213F-C1AE-9F49-005A8CE68377}"/>
              </a:ext>
            </a:extLst>
          </p:cNvPr>
          <p:cNvSpPr txBox="1"/>
          <p:nvPr/>
        </p:nvSpPr>
        <p:spPr>
          <a:xfrm>
            <a:off x="881216" y="2867843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dataset is naturally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limited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for training, as it bounds metal, plastic and rubber classification to these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specific objects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This limitation does not cover subtypes of these materials (i.e., the different hardness between ABS and PET), nor does it consider the diverse surface finishes due to manufacturing methods.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AD60A-EFBB-AA9C-F416-8EA85BB8D2D3}"/>
              </a:ext>
            </a:extLst>
          </p:cNvPr>
          <p:cNvSpPr txBox="1"/>
          <p:nvPr/>
        </p:nvSpPr>
        <p:spPr>
          <a:xfrm>
            <a:off x="881216" y="4529470"/>
            <a:ext cx="94651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 startAt="4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However, the features fed in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neural network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will be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sufficient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enough to differentiate the chosen materials.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42C4A7-21F6-E679-A521-3ED90E4EDD9F}"/>
              </a:ext>
            </a:extLst>
          </p:cNvPr>
          <p:cNvSpPr txBox="1"/>
          <p:nvPr/>
        </p:nvSpPr>
        <p:spPr>
          <a:xfrm>
            <a:off x="881216" y="-1594464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00198-3F45-8949-22AE-87941B883316}"/>
              </a:ext>
            </a:extLst>
          </p:cNvPr>
          <p:cNvSpPr txBox="1"/>
          <p:nvPr/>
        </p:nvSpPr>
        <p:spPr>
          <a:xfrm>
            <a:off x="-3904144" y="203199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94505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FAA2-5188-D92B-D762-44939E85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A555CF6-2F02-F946-0D8F-28CDF8C4D778}"/>
              </a:ext>
            </a:extLst>
          </p:cNvPr>
          <p:cNvSpPr txBox="1"/>
          <p:nvPr/>
        </p:nvSpPr>
        <p:spPr>
          <a:xfrm>
            <a:off x="881216" y="203199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58B374-5C6B-5075-570B-F49F9FF38EBC}"/>
              </a:ext>
            </a:extLst>
          </p:cNvPr>
          <p:cNvSpPr txBox="1"/>
          <p:nvPr/>
        </p:nvSpPr>
        <p:spPr>
          <a:xfrm>
            <a:off x="817944" y="1598965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experiments conducted will incorporate the information on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tangential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normal deformation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(from the Daimon sensor),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rate of tangential deformation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and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rate of depth deformation.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Three different materials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were tested: plastic, rubber, metal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918D9D-61DB-B26A-CB8F-CB822782194B}"/>
              </a:ext>
            </a:extLst>
          </p:cNvPr>
          <p:cNvSpPr txBox="1"/>
          <p:nvPr/>
        </p:nvSpPr>
        <p:spPr>
          <a:xfrm>
            <a:off x="881216" y="-1543665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30EDFB-C5F6-32F9-BFCA-A492E9755E74}"/>
              </a:ext>
            </a:extLst>
          </p:cNvPr>
          <p:cNvSpPr txBox="1"/>
          <p:nvPr/>
        </p:nvSpPr>
        <p:spPr>
          <a:xfrm>
            <a:off x="817944" y="3007649"/>
            <a:ext cx="987037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Sixty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repetitive swiping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actions, the object's orientation will be changed with respect to the sensor. 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ensure repeatability of every swipe,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Baxter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manufactured by Rethink Robotics, has been used to conduct the experiments.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E692BB-B56D-8F89-FC5E-509F101C3327}"/>
              </a:ext>
            </a:extLst>
          </p:cNvPr>
          <p:cNvSpPr txBox="1"/>
          <p:nvPr/>
        </p:nvSpPr>
        <p:spPr>
          <a:xfrm>
            <a:off x="885204" y="4416333"/>
            <a:ext cx="987037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results collected are fed into a time series transformer, where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16%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of datasets were used for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testing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while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44%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were used for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training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verify the adequacy of the datasets for training, 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"live classification"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script was developed to evaluate the Daimon sensor's real-time capability to accurately identify the material.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0BEAEF-034F-B2EF-EAA1-A772EA06E4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7589522" y="-934098"/>
            <a:ext cx="7239001" cy="81709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E17730-32BA-7071-9797-ACFAF40408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12428275" y="-1207104"/>
            <a:ext cx="6909241" cy="7791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17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63FE9-4E78-6517-D01C-107BEF981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CAF326-4CDB-04BC-7898-C60883707016}"/>
              </a:ext>
            </a:extLst>
          </p:cNvPr>
          <p:cNvSpPr txBox="1"/>
          <p:nvPr/>
        </p:nvSpPr>
        <p:spPr>
          <a:xfrm>
            <a:off x="881216" y="-1457961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768B83-693F-8A9A-9D9D-1F8E1A432DD0}"/>
              </a:ext>
            </a:extLst>
          </p:cNvPr>
          <p:cNvSpPr txBox="1"/>
          <p:nvPr/>
        </p:nvSpPr>
        <p:spPr>
          <a:xfrm>
            <a:off x="5198768" y="2278501"/>
            <a:ext cx="2453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9DB6E7-8417-D861-F3DE-E86B7F9F4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7761018" y="609599"/>
            <a:ext cx="4892040" cy="55168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1B1083-D933-5137-BBBD-2CBA0C76D0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1" y="609599"/>
            <a:ext cx="5090160" cy="574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35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C227D-A3C3-2F3B-964B-10D33856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2BD1C9-964A-C596-E707-FADAC2397DC5}"/>
              </a:ext>
            </a:extLst>
          </p:cNvPr>
          <p:cNvSpPr txBox="1"/>
          <p:nvPr/>
        </p:nvSpPr>
        <p:spPr>
          <a:xfrm>
            <a:off x="790891" y="332470"/>
            <a:ext cx="2453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B6FD3-4460-B31B-5DF3-C875DF299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13857018" y="1600133"/>
            <a:ext cx="2784446" cy="31400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5F6900-11F3-8C8F-7BE7-D36AB24ED6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4234364" y="1995853"/>
            <a:ext cx="2431353" cy="27443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3A12CC-9E55-7B4C-2EC8-4ED518F27C3C}"/>
              </a:ext>
            </a:extLst>
          </p:cNvPr>
          <p:cNvSpPr txBox="1"/>
          <p:nvPr/>
        </p:nvSpPr>
        <p:spPr>
          <a:xfrm>
            <a:off x="807303" y="1794610"/>
            <a:ext cx="10439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data obtained reflect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sensor's response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to various materials. The effect is influenced by the direction of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applied motion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the magnitude of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pressure exerted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and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surface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roughness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hardness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of the material's.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1D14F5-090F-2C2D-2B59-59631B18EA93}"/>
              </a:ext>
            </a:extLst>
          </p:cNvPr>
          <p:cNvSpPr txBox="1"/>
          <p:nvPr/>
        </p:nvSpPr>
        <p:spPr>
          <a:xfrm>
            <a:off x="872112" y="2967335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Shear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is the slippage of the sensors.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Depth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indicates the point at which the material exhibits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reduced influence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on the sensor, resulting in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deformation of the object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rather than the elastomer pad.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stick-slip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mechanism is also evaluated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4FB80-98A0-B5E0-6192-5385B3736EB5}"/>
              </a:ext>
            </a:extLst>
          </p:cNvPr>
          <p:cNvSpPr txBox="1"/>
          <p:nvPr/>
        </p:nvSpPr>
        <p:spPr>
          <a:xfrm>
            <a:off x="811491" y="4570947"/>
            <a:ext cx="104352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 startAt="5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To sustain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continuous motion and applied pressure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from Baxter, the object was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rotated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while maintaining Baxter's fixed location. This method produced varying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contact surfaces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particularly for plastic due to its irregular shape.</a:t>
            </a:r>
          </a:p>
          <a:p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743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D546CF-B02C-C87D-BF37-E6BF72C1707B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DCA2CF-66FE-7F9B-754E-1927421E2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234" y="0"/>
            <a:ext cx="6996766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379BDC-2A04-72F4-5AD5-ABB5C07E2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666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27263-E23E-A081-9184-28C14409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F7CF7D7-2B92-2635-7025-70E6B3040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A0D6950-E861-103F-FBDE-488D3F45D3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5A95BC-263D-6835-FBA8-1D2571254BC6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95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53E1-585F-574D-A13F-29CD2B25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B90011-3F29-A11C-C812-1D466B10F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FABD1C-0D5D-7B73-01C4-E922FA9BF7F8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A068B8-9277-42E8-7723-263F8722A8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118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4A5F-D73D-69A0-69A2-D2D020805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D5C220-5A99-4A53-12FE-4691EF748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EDBB0C-F617-E9E0-47B5-55BCC96C2AE0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016526-D944-0219-B981-67DD11310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88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11F1-0F89-01C9-6648-6EB35FB52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4EA3C3-7133-5D71-DE43-6442BF15B365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4089A6-6267-4F73-6EB9-6AE51D939628}"/>
              </a:ext>
            </a:extLst>
          </p:cNvPr>
          <p:cNvSpPr txBox="1"/>
          <p:nvPr/>
        </p:nvSpPr>
        <p:spPr>
          <a:xfrm>
            <a:off x="790890" y="1467869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irregular shape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and contact surface area of the plastic object subjected it to different conditions.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As illustrated in the figure and the "Plastic up" graph, the contact area was less than in the "Plastic down" graph; the difference is indicated by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higher number of pixels per mm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A79927-895A-6D67-F7CE-78331E199BF6}"/>
              </a:ext>
            </a:extLst>
          </p:cNvPr>
          <p:cNvSpPr txBox="1"/>
          <p:nvPr/>
        </p:nvSpPr>
        <p:spPr>
          <a:xfrm>
            <a:off x="790890" y="3010127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"plastic left" graph and "plastic right" graphs show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longer contact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with the surface of the object. This data correlates with the illustration of the direction of motion.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increased depth, caused by the sensor being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pushed into the object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also affected the tangential deformation.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657CB-151B-1A63-4B0A-2A1B339F3ADA}"/>
              </a:ext>
            </a:extLst>
          </p:cNvPr>
          <p:cNvSpPr txBox="1"/>
          <p:nvPr/>
        </p:nvSpPr>
        <p:spPr>
          <a:xfrm>
            <a:off x="790890" y="4552385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It is observed that sliding along the plastic material from the "right" direction resulted in a greater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stick-slip effect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profiles of all the graphs are quite similar, but at varying scales.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757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DB568-C19E-527C-43B3-F3A07E1C8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191301-C08C-A710-CA5E-B3065FC125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69F848-8B2A-D889-08E3-AD09C4A5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51C0B9-E81D-73EA-A0DB-D64C29AC71B5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6037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6CAFD-4206-0E80-325B-C11DE016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B9702C8-95AB-F44C-1922-D979EAF5ED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FF56F0-C22C-B745-9FA3-2AC22E7A1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78546-41CD-9737-E31D-FB64CAC7A2A3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846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EA21F-E07D-A376-216A-EE99BE213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6C23477-9B49-0F35-40D9-9B3A3596A4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1B450E6-7855-0EA4-FE48-0BFF77E86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3F3C9-1648-7E6B-67BE-6FF36D49239A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80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899E-C4FF-3C93-2EAE-DA1A68624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47B090-0B1B-DB94-8F4E-76DC47876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A29467-4A0E-5920-44C2-91205F83E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51CB88-EDD2-E87F-7CF1-574A029890D1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485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3270-279F-01AD-71C0-45CB8B6C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A0BCF3-87E4-B9D6-CAE6-CBF8C364FBFD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D4C42B-A0D8-600B-A8F0-2C1A13047B17}"/>
              </a:ext>
            </a:extLst>
          </p:cNvPr>
          <p:cNvSpPr txBox="1"/>
          <p:nvPr/>
        </p:nvSpPr>
        <p:spPr>
          <a:xfrm>
            <a:off x="790890" y="3429000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sensor's movement over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holes affected the depth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and depth velocity graphs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spaced shear velocity suggests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less slippage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of the sensor, correlating with the metal's surface roughness.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A24E13-EF03-B83D-2E05-B61F6B30EC3E}"/>
              </a:ext>
            </a:extLst>
          </p:cNvPr>
          <p:cNvSpPr txBox="1"/>
          <p:nvPr/>
        </p:nvSpPr>
        <p:spPr>
          <a:xfrm>
            <a:off x="790890" y="1971941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"metal up" and "metal down" graphs exhibit similar results, indicating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homogenous metal grains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In contrast, the "metal left" and "metal right" graphs show differences, likely due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to higher pressure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during the "metal left" test, reflected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greater effects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on depth, shear, and shear velocity.</a:t>
            </a:r>
          </a:p>
        </p:txBody>
      </p:sp>
    </p:spTree>
    <p:extLst>
      <p:ext uri="{BB962C8B-B14F-4D97-AF65-F5344CB8AC3E}">
        <p14:creationId xmlns:p14="http://schemas.microsoft.com/office/powerpoint/2010/main" val="358904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3CE1F-7BBB-2A71-6AD6-8C19EC0E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992AC8-FD61-58D9-8B71-59D6F07DB7FC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C23657-38A7-7535-9D16-0845C818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9BE9494-396E-0844-5C04-F711B5A7D5F4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78B2C35-D9C7-6FA0-FFE4-EE2A44C82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83858F-2C0A-76C3-B595-EEAB69631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384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99FC3-894F-155F-20F0-7982F9999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4840FD8-61F9-C1ED-CF6F-4A322587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E6C0BC7-CCFE-523F-EAB8-D32DC02076A5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8C0E779-F3A0-4E9E-7EFE-99FE604CC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0C25766-A4DE-63D4-D04F-1CC2A3A52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8F61859-6548-8C48-8EB6-4DA448F2784A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2408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5DE09-A2CF-1BC3-AA51-90BBBBC7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BD7854E-7237-9479-C50E-FB298AE68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1A49C6-A583-5A47-F323-7D78FFC8B498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7ABE675-2FA3-64F5-902A-F634CFECE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7705C3-778C-CF2A-C275-B1CBC83D0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A3A03BE-3ABD-982B-AEF5-93CE388843E6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0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98450-3E94-8310-2A38-7708B49E4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CA264F8-8081-887D-347D-A421BA39D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FB8084F-2397-AF27-8D87-DFC46E2CC2F4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FCAB97-0950-E4E1-61E8-15845989E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657C9F-6456-C0E6-FA7B-F992E5E79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2ECCFE3-B339-4E43-119D-2342E6266518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557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10FD-C0D8-9A78-3BF8-9914F039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674A06-C4D7-ED15-68F3-B3BFFE30FC21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BB94A3-F644-C30F-5B2D-4B22FB57F6DB}"/>
              </a:ext>
            </a:extLst>
          </p:cNvPr>
          <p:cNvSpPr txBox="1"/>
          <p:nvPr/>
        </p:nvSpPr>
        <p:spPr>
          <a:xfrm>
            <a:off x="790890" y="1757122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analysis reveals that different graphs illustrate variations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texture across multiple axes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primary factor affecting material hardness is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depth of velocity graphs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; this distinguishes metal from plastic, as the rubber ball's influence on the sensor diminishes during swiping.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2CCC3F-8A31-54F1-052C-C182128AAB40}"/>
              </a:ext>
            </a:extLst>
          </p:cNvPr>
          <p:cNvSpPr txBox="1"/>
          <p:nvPr/>
        </p:nvSpPr>
        <p:spPr>
          <a:xfrm>
            <a:off x="790890" y="3112996"/>
            <a:ext cx="10439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Additionally, shear-graph contact pixels show a marked increase for plastic and metal under greater contact pressure, evident in the "spikes" on their graphs.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contrast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shear graph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for rubber is more curved, reflecting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ball's deformation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Slippage, as indicated by tangential velocity graphs,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behaves differently for elastomers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compared to rigid materials, showing that the sensor's elastomer did not experience 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"stick-slip"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phenomenon 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often as with metal and plastic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3898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68740CB-5FDE-F3E2-B0D4-94935D5F4286}"/>
              </a:ext>
            </a:extLst>
          </p:cNvPr>
          <p:cNvSpPr txBox="1"/>
          <p:nvPr/>
        </p:nvSpPr>
        <p:spPr>
          <a:xfrm>
            <a:off x="756165" y="332470"/>
            <a:ext cx="40241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Neural Network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C9E86-6F36-E8D8-DE0B-F19D6EEC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28" y="1592723"/>
            <a:ext cx="8437944" cy="3845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17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14E3-1629-9F9C-0815-7B011FE1C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F20382E-2222-D0D4-CF3E-7CCEEE983C0B}"/>
              </a:ext>
            </a:extLst>
          </p:cNvPr>
          <p:cNvSpPr txBox="1"/>
          <p:nvPr/>
        </p:nvSpPr>
        <p:spPr>
          <a:xfrm>
            <a:off x="756165" y="332470"/>
            <a:ext cx="40241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Neural Network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A7F276-8E6E-662A-343B-7E8AC75A4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877" y="1168998"/>
            <a:ext cx="5844974" cy="5087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1127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28778-D8F3-3510-79D9-823E176D0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7CF0F6F-0317-290C-4109-500E394873C6}"/>
              </a:ext>
            </a:extLst>
          </p:cNvPr>
          <p:cNvSpPr txBox="1"/>
          <p:nvPr/>
        </p:nvSpPr>
        <p:spPr>
          <a:xfrm>
            <a:off x="756165" y="332470"/>
            <a:ext cx="40241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Neural Network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5F955A-E30E-48B8-8990-4195AB341A75}"/>
              </a:ext>
            </a:extLst>
          </p:cNvPr>
          <p:cNvSpPr txBox="1"/>
          <p:nvPr/>
        </p:nvSpPr>
        <p:spPr>
          <a:xfrm>
            <a:off x="868100" y="1400537"/>
            <a:ext cx="1057926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data were processed using 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time-series transformer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Results from the classification report and confusion matrix showed high weighted and macro averages for precision, recall, and F1-score.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classification is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restricted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to specific objects of metal, plastic, and rubber and does not include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subtypes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or variations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surface finishes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from manufacturing.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Despite these constraints, the results suggest a clear relationship between the materials when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analyzed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using the Daimon sensor.</a:t>
            </a:r>
          </a:p>
        </p:txBody>
      </p:sp>
    </p:spTree>
    <p:extLst>
      <p:ext uri="{BB962C8B-B14F-4D97-AF65-F5344CB8AC3E}">
        <p14:creationId xmlns:p14="http://schemas.microsoft.com/office/powerpoint/2010/main" val="1824453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F2DFD-6D61-C451-9495-7EAAEE30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10C8C3-BA7F-03C5-AE2C-F7D363835127}"/>
              </a:ext>
            </a:extLst>
          </p:cNvPr>
          <p:cNvSpPr txBox="1"/>
          <p:nvPr/>
        </p:nvSpPr>
        <p:spPr>
          <a:xfrm>
            <a:off x="756165" y="332470"/>
            <a:ext cx="40241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Live Testing: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741613-2D12-78A1-085C-C7C013669300}"/>
              </a:ext>
            </a:extLst>
          </p:cNvPr>
          <p:cNvSpPr txBox="1"/>
          <p:nvPr/>
        </p:nvSpPr>
        <p:spPr>
          <a:xfrm>
            <a:off x="868100" y="1400537"/>
            <a:ext cx="10579261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Evaluated materials used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data-gathering experiments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Neural Network results indicated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discrepancies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among materials; however, real-time testing led to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inaccuracies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Approximately 80%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of misclassifications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identified live-tested materials 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"plastic".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Plastics testing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conditions varied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which led to a broader range of data.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Rubber and metal dataset was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very restricted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hence with any deviations from set parameters leading to errors</a:t>
            </a:r>
            <a:r>
              <a:rPr lang="en-ZA" dirty="0"/>
              <a:t>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6245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2C91-9E57-AB20-A35B-46AB68884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C5A986-1EB2-5A3B-D992-00B624EA2BCE}"/>
              </a:ext>
            </a:extLst>
          </p:cNvPr>
          <p:cNvSpPr txBox="1"/>
          <p:nvPr/>
        </p:nvSpPr>
        <p:spPr>
          <a:xfrm>
            <a:off x="4812688" y="2288661"/>
            <a:ext cx="2817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Conclusion: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064C58-2817-075A-720B-1E3F36F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7761018" y="609599"/>
            <a:ext cx="4892040" cy="55168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4F526E-5822-7B6E-F712-0B8BD1672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1" y="609599"/>
            <a:ext cx="5090160" cy="574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71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D51A5-CD18-5904-BCCA-979331BE0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B0040A-3C55-103D-7AF3-47B678A0530E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Conclusion: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85779-7A32-08E8-7B35-21D0FBAA6B25}"/>
              </a:ext>
            </a:extLst>
          </p:cNvPr>
          <p:cNvSpPr txBox="1"/>
          <p:nvPr/>
        </p:nvSpPr>
        <p:spPr>
          <a:xfrm>
            <a:off x="967871" y="1846183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Varying applied pressure while maintaining constant velocity aids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distinguishing materials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Live classification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tests revealed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challenges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when pressure and velocity fluctuated, hindering accurate material identification.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E7790B-E9E0-066A-830D-2C31B4CAEC45}"/>
              </a:ext>
            </a:extLst>
          </p:cNvPr>
          <p:cNvSpPr txBox="1"/>
          <p:nvPr/>
        </p:nvSpPr>
        <p:spPr>
          <a:xfrm>
            <a:off x="967871" y="3094308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trained model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inadequately accounts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elastomer pad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behavior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under different conditions.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Current model does not consider diverse material types and their manufacturing methods (e.g., moulded vs. 3D-printed plastics).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more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robust model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necessary - varying loads, velocities, and material categories.</a:t>
            </a:r>
          </a:p>
        </p:txBody>
      </p:sp>
    </p:spTree>
    <p:extLst>
      <p:ext uri="{BB962C8B-B14F-4D97-AF65-F5344CB8AC3E}">
        <p14:creationId xmlns:p14="http://schemas.microsoft.com/office/powerpoint/2010/main" val="3595533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E35D6-6A9A-C4FD-EEB2-FB1E5DA1E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3081EB-AF21-5352-AAB9-D123CECF5303}"/>
              </a:ext>
            </a:extLst>
          </p:cNvPr>
          <p:cNvSpPr txBox="1"/>
          <p:nvPr/>
        </p:nvSpPr>
        <p:spPr>
          <a:xfrm>
            <a:off x="790890" y="332470"/>
            <a:ext cx="47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Cognitive Approach: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13372E-F8C2-A9FD-F08B-E7D595063F00}"/>
              </a:ext>
            </a:extLst>
          </p:cNvPr>
          <p:cNvSpPr txBox="1"/>
          <p:nvPr/>
        </p:nvSpPr>
        <p:spPr>
          <a:xfrm>
            <a:off x="790889" y="1251823"/>
            <a:ext cx="1068019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1400" b="1" dirty="0">
                <a:solidFill>
                  <a:schemeClr val="bg1"/>
                </a:solidFill>
                <a:latin typeface="Aptos" panose="020B0004020202020204" pitchFamily="34" charset="0"/>
              </a:rPr>
              <a:t>Sensor Device/Interface:</a:t>
            </a:r>
            <a:endParaRPr lang="en-ZA" sz="14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Sensors gather depth and shear data, converting these measurements into shear and depth velocity for analysis.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Graphical Representation: The data, measured in pixels per mm, are visually represented to help users identify material differences.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Diagnostic Information: Raw images from the sensor provide insights into potential wear-and-tear issues.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7FB3E-8272-B7F6-6463-287418174C2A}"/>
              </a:ext>
            </a:extLst>
          </p:cNvPr>
          <p:cNvSpPr txBox="1"/>
          <p:nvPr/>
        </p:nvSpPr>
        <p:spPr>
          <a:xfrm>
            <a:off x="790890" y="2742230"/>
            <a:ext cx="1068019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ZA" sz="1400" b="1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Publish and Subscribe Mechanism: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The sensor operates as a subscriber within the system, initiating local recordings with the `"START"` command, which captures a 2-second swipe motion.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`"STOP"` command ends recording, allowing for individual swipe data to be saved.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command `"EXPERIMENT_COMPLETE"` finalizes recordings and compiles global data for graphing, ensuring synchronized data acquisition during swiping.</a:t>
            </a:r>
            <a:b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</a:br>
            <a:endParaRPr lang="en-Z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46029A-2AB0-3CFD-E7C8-D8CA77E2ED4F}"/>
              </a:ext>
            </a:extLst>
          </p:cNvPr>
          <p:cNvSpPr txBox="1"/>
          <p:nvPr/>
        </p:nvSpPr>
        <p:spPr>
          <a:xfrm>
            <a:off x="365022" y="4244352"/>
            <a:ext cx="110360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+mj-lt"/>
              <a:buAutoNum type="arabicPeriod" startAt="3"/>
            </a:pPr>
            <a:r>
              <a:rPr lang="en-ZA" sz="1400" b="1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Hybrid Reactive-Deliberative Architecture: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This architecture involves </a:t>
            </a:r>
            <a:r>
              <a:rPr lang="en-ZA" sz="14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analyzing</a:t>
            </a: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sensory data from the VBTS (`sense`) to dictate actions based on material classification.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planning phase determines the correct grasping force, leading into the execution of the grasping task.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It combines biological inspiration for material identification with a closed-world assumption framework.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Bio-Inspired </a:t>
            </a:r>
            <a:r>
              <a:rPr lang="en-ZA" sz="14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Behaviors</a:t>
            </a: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: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deliberative layer employs conscious reasoning while the reactive layer follows reflexive logic.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ZA" sz="14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Behavior</a:t>
            </a: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is organized into perceptual and motor schemas triggered by specific sensory cues, leading to adjustments in grip strength based on material properties.</a:t>
            </a:r>
          </a:p>
        </p:txBody>
      </p:sp>
    </p:spTree>
    <p:extLst>
      <p:ext uri="{BB962C8B-B14F-4D97-AF65-F5344CB8AC3E}">
        <p14:creationId xmlns:p14="http://schemas.microsoft.com/office/powerpoint/2010/main" val="2934048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7" grpId="0"/>
    </p:bldLst>
  </p:timing>
</p:sld>
</file>

<file path=ppt/theme/theme1.xml><?xml version="1.0" encoding="utf-8"?>
<a:theme xmlns:a="http://schemas.openxmlformats.org/drawingml/2006/main" name="Theme1">
  <a:themeElements>
    <a:clrScheme name="AnalogousFromRegularSeed_2SEEDS">
      <a:dk1>
        <a:srgbClr val="000000"/>
      </a:dk1>
      <a:lt1>
        <a:srgbClr val="FFFFFF"/>
      </a:lt1>
      <a:dk2>
        <a:srgbClr val="181734"/>
      </a:dk2>
      <a:lt2>
        <a:srgbClr val="F0F1F3"/>
      </a:lt2>
      <a:accent1>
        <a:srgbClr val="B1953B"/>
      </a:accent1>
      <a:accent2>
        <a:srgbClr val="C3754D"/>
      </a:accent2>
      <a:accent3>
        <a:srgbClr val="97A942"/>
      </a:accent3>
      <a:accent4>
        <a:srgbClr val="3B67B1"/>
      </a:accent4>
      <a:accent5>
        <a:srgbClr val="524DC3"/>
      </a:accent5>
      <a:accent6>
        <a:srgbClr val="723BB1"/>
      </a:accent6>
      <a:hlink>
        <a:srgbClr val="4260C0"/>
      </a:hlink>
      <a:folHlink>
        <a:srgbClr val="7F7F7F"/>
      </a:folHlink>
    </a:clrScheme>
    <a:fontScheme name="Custom 5">
      <a:majorFont>
        <a:latin typeface="Georgia Pro Light"/>
        <a:ea typeface=""/>
        <a:cs typeface=""/>
      </a:majorFont>
      <a:minorFont>
        <a:latin typeface="Georgia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79848D2-8DD3-47E3-9762-8E34B7561278}" vid="{66958478-FE2F-4E52-970E-9DE0CEB24D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574</TotalTime>
  <Words>1857</Words>
  <Application>Microsoft Office PowerPoint</Application>
  <PresentationFormat>Widescreen</PresentationFormat>
  <Paragraphs>146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Arial</vt:lpstr>
      <vt:lpstr>Georgia Pro Light</vt:lpstr>
      <vt:lpstr>Theme1</vt:lpstr>
      <vt:lpstr>Multi-Modal Vision Based Tactile Sensor Dataset Creation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Harmful Emissions Mainly CO, Nox, and SOx</dc:title>
  <dc:creator>Stefania Germena</dc:creator>
  <cp:lastModifiedBy>Germena Stefania</cp:lastModifiedBy>
  <cp:revision>52</cp:revision>
  <dcterms:created xsi:type="dcterms:W3CDTF">2024-10-30T14:55:45Z</dcterms:created>
  <dcterms:modified xsi:type="dcterms:W3CDTF">2026-06-24T09:53:08Z</dcterms:modified>
</cp:coreProperties>
</file>